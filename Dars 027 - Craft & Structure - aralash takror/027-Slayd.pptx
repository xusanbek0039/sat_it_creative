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27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Craft &amp; Structure — aralash takror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7-hafta   •   1-bosqich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Craft &amp; Structure domenidagi barcha ko'nikmalarni (Words in Context, Text Structure &amp; Purpose, Cross-Text Connections) aralash holda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Craft &amp; Structure — aralash takror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Craft &amp; Structure domenidagi barcha savol turlarini tez tanidi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bir turga mos strategiyani to'g'ri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O'zining zaif sub-mavzularini aniqlaydi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Barcha Craft &amp; Structure ko'nikmalari aralash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Savol turini tez tanish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Strategiyalarni birlashtirish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Zaif sub-mavzularni aniqlash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Barcha Craft &amp; Structure ko'nikmalari aralash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Craft &amp; Structure domeni 3 sub-ko'nikmani birlashtiradi: Words in Context, Text Structure &amp; Purpose, Cross-Text Connections.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Real testda bu savol turlari TASODIFIY tartibda keladi — har bir savolni alohida tasniflash zarur.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Aralash mashq — turlarni chalkashtirmaslik va strategiyani tez almashtirish ko'nikmasini shakllantiradi.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Savol turini tez tanish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matnidagi kalit so'zlarga e'tibor bering: 'bo'sh joy' — Words in Context; 'vazifa/maqsad' — Text Structure; 'Text 1/Text 2' — Cross-Text.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3 soniya ichida aniqlashga o'rganing — bu strategiyani tanlash tezligini oshiradi.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turga mos 'birinchi qadam'ni avtomatik ravishda eslab qoling.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Strategiyalarni birlashtirish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Words in Context: 'o'z so'zingni qo'y' va ohangni tekshirish.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Text Structure &amp; Purpose: gapdan oldin/keyin nima kelishini va ritorik maqsadni tekshirish.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Cross-Text Connections: har ikki muallif pozitsiyasini alohida yozib, taqqoslash.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strategiyalarni mexanik yodlamang — har birini necha marta qo'llaganingiz sayin tabiiy ravishda tezlashadi.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Zaif sub-mavzularni aniqlash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Mashq davomida har bir sub-mavzu (Words/Structure/Cross-Text) bo'yicha alohida xato sonini hisoblang.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ko'p xato qilingan sub-mavzuni navbatdagi mustaqil mashqlarda ustuvor qiling.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ma'lumot 28-darsdagi mini-testdan keyingi tahlil uchun ham asos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Aralash savol to'plamida bitta savol 'Quyidagi gap matnda qanday vazifani bajaradi?' deb so'raydi.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Kalit so'z 'vazifani bajaradi' — bu Text Structure &amp; Purpose turi.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Mos strategiya: gapdan oldin/keyingi matnni o'qib, ritorik maqsadni aniqlash.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Strategiyani qo'llab javobni tanlaymiz.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20 ta aralash savolni (3 sub-mavzudan)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avval ovoz chiqarib tasniflash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Sub-mavzular bo'yicha xato sonini jadvalga yozib borish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27/104  •  Craft &amp; Structure — aralash takror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Savol turini tez tanish — to'g'ri strategiyani tanlashning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Uch sub-ko'nikma birgalikda Craft &amp; Structure domenini tashkil etadi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Shaxsiy xato statistikasi — keyingi mashqlar yo'nalishini belgilaydi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aralash savol, har biriga 40 so'zlik qisqa tahlil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Sub-mavzular bo'yicha shaxsiy xato statistikasini yangilash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Eng zaif sub-mavzudan qo'shimcha 10 savol yechish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