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19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14 / 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Central Ideas &amp; Details — amaliyot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4-hafta   •   1-bosqich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turli matn turlarida (ilmiy, tarixiy, badiiy) asosiy g'oya va tafsilot savollarini tezlik bilan, ishonchli yechishni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Central Ideas &amp; Details — amaliyot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Turli mavzudagi matnlarda asosiy g'oyani tez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Tafsilot savollariga maxsus yondashuvni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Vaqt bosimi ostida tuzoq javoblardan saqlanadi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Turli matn turlarida asosiy g'oya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Tafsilot savollariga yondashuv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Umumlashtiruvchi va xususiy javoblar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Tez-tez uchraydigan tuzoqlar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14/104  •  Central Ideas &amp; Details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Turli matn turlarida asosiy g'oya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Ilmiy matnlarda asosiy g'oya ko'pincha gipoteza yoki tadqiqot xulosasida joylashadi.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Tarixiy/biografik matnlarda asosiy g'oya odatda shaxs yoki voqeaning AHAMIYATI haqida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Badiiy parchalarda asosiy g'oya personaj kayfiyati yoki holatining o'zgarishi orqali ifodalanadi.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14/104  •  Central Ideas &amp; Details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Tafsilot savollariga yondashuv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Tafsilot savollari odatda 'matnga ko'ra' yoki 'muallif nima deydi' kabi so'zlar bilan boshlanadi.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turdagi savollarda javob matnda DEYARLI so'zma-so'z bo'lishi kerak — talqin qilish kerak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javob variantida matnda yo'q qo'shimcha ma'no bo'lsa (hatto mantiqan to'g'ri tuyulsa ham) — bu noto'g'ri.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14/104  •  Central Ideas &amp; Details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Umumlashtiruvchi va xususiy javoblar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turini avval aniqlang: 'asosiy g'oya' so'ralsa — umumlashtiruvchi javob kerak; 'tafsilot' so'ralsa — xususiy javob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turni aralashtirib yuborish — eng ko'p uchraydigan ball yo'qotish sababi.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so'zlariga alohida e'tibor bering: 'asosan haqida', 'birinchi navbatda nima haqida' — bu asosiy g'oya signali.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14/104  •  Central Ideas &amp; Details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Tez-tez uchraydigan tuzoqlar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Matnda aytilgan, lekin asosiy mavzu BO'LMAGAN tafsilotni asosiy g'oya deb ko'rsatadigan variant.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Matnga to'liq zid bo'lmagan, lekin haddan tashqari kuchli so'zlar ('hamma', 'hech qachon') ishlatilgan variant.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Sababini chalkashtirib ko'rsatadigan variant (sabab-natijani teskari qo'yish).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14427"/>
                </a:solidFill>
                <a:latin typeface="Calibri"/>
              </a:rPr>
              <a:t>Vaqtni tejash uchun: savol turini aniqlagach, darrov mos strategiyaga o'ting — har safar boshidan o'ylashga vaqt sarflamang.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14/104  •  Central Ideas &amp; Details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Ilmiy matn: tadqiqotchilar yangi quyosh panelining samaradorligini 22% dan 28% ga oshirganini aytadi. Savol: 'Matnga ko'ra, yangi panel qanday natija ko'rsatdi?' (tafsilot savoli).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'matnga ko'ra' so'rovi — demak tafsilot savoli, talqin kerak emas.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Matndagi aniq raqamlarni topamiz: 22% dan 28% ga oshish.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 variantlarida xuddi shu raqamlar so'zma-so'z aks etgan variantni tanlaymiz.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savolni vaqt bilan (timed) yechish — har biriga ~70 soniya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Savol turini (asosiy g'oya / tafsilot) tezda tasniflash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Xato qilingan savollarni darhol birga tahlil qilish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14/104  •  Central Ideas &amp; Details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Matn turi (ilmiy/tarixiy/badiiy) asosiy g'oyaning qayerda joylashishini bashorat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Tafsilot savoli — matnga yaqin, so'zma-so'z javob talab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Savol turini avval aniqlash — to'g'ri strategiyani tanlashning kaliti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aralash (asosiy g'oya + tafsilot) savol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noto'g'ri javob uchun 40 so'zlik xato tahlili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ko'p uchragan tuzoq turini aniqlab, ro'yxat tuzish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