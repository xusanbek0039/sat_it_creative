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822960"/>
            <a:ext cx="5120640" cy="512064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554480"/>
            <a:ext cx="3657600" cy="3657600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13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Central Ideas &amp; Details — tushuncha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4-hafta   •   1-bosqich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Reading &amp; Writing bo'limining eng asosiy ko'nikmasi — matnning asosiy g'oyasini (main idea) tafsilotlardan ajratib, to'g'ri aniqlashni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Central Ideas &amp; Details — tushuncha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Matndagi asosiy g'oya bilan qo'llab-quvvatlovchi tafsilotni farqlay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Matnni o'z so'zi bilan qisqacha ifodalay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Juda keng yoki juda tor (noto'g'ri) javoblarni tanib, chetlatadi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Asosiy g'oya (main idea) nima?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Asosiy g'oya vs tafsilot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Matnni o'z so'zi bilan ifodalash texnikasi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Keng va tor javoblarni tanish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13/104  •  Central Ideas &amp; Details — tushuncha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Asosiy g'oya (main idea) nima?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Asosiy g'oya — matnning markaziy xabari, ya'ni muallif butun parametrda nimani isbotlamoqchi yoki tushuntirmoqchi ekani.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SAT matni (odatda 25–150 so'z) faqat bitta asosiy g'oyaga ega bo'ladi — qolgan barcha gaplar shu g'oyaga xizmat qiladi.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Asosiy g'oyani topish uchun: 'Bu matn nima haqida EMAS, balki nimaga qaratilgan?' deb so'rang.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13/104  •  Central Ideas &amp; Details — tushuncha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Asosiy g'oya vs tafsilot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Tafsilot (detail) — asosiy g'oyani isbotlash uchun keltirilgan aniq misol, raqam yoki dalil.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Savolda 'asosiy g'oya' so'ralganda, faqat bitta tafsilotga asoslangan javobni tanlash — eng keng tarqalgan xato.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texnikasi: javob variantini matnning HAR bir qismiga bog'lab ko'ring — agar faqat bir gapga mos kelsa, bu tafsilot, asosiy g'oya emas.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13/104  •  Central Ideas &amp; Details — tushuncha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Matnni o'z so'zi bilan ifodalash texnikasi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Matnni o'qib bo'lgach, savolni ko'rishdan oldin uni 5–7 so'zda o'zingizga aytib bering ('bu matn ... haqida').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texnika javob variantlarining 'chiroyli' lekin noto'g'ri so'zlariga aldanishning oldini oladi.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o'z xulosangiz biror variant bilan mos kelmasa — variantlarni qayta diqqat bilan o'qing, matnga qaytmang.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3D4B5C"/>
                </a:solidFill>
                <a:latin typeface="Calibri"/>
              </a:rPr>
              <a:t>Eslatma: o'z so'zi bilan ifodalash — bu javobni TOPISH usuli emas, balki noto'g'ri variantlarni TEZ chetlatish usuli.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13/104  •  Central Ideas &amp; Details — tushuncha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Keng va tor javoblarni tanish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Juda KENG javob — matnda aytilmagan umumiy xulosalar qiladi (masalan, butun bir soha haqida gapiradi, matn esa faqat bitta hodisa haqida).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Juda TOR javob — matnning faqat bir qismini (bitta tafsilotni) qamrab oladi, qolganini e'tiborsiz qoldiradi.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To'g'ri javob — matnning BOSHIDAN OXIRIGACHA bo'lgan barcha gaplarni qamrab oladigan, lekin matndan tashqariga chiqmaydigan javob.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13/104  •  Central Ideas &amp; Details — tushuncha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Qisqa matn: shahar transporti haqida — avtobus yo'nalishlari kengaytirilgani, lekin faqat markaziy hududda trafik kamaygani aytiladi. 'Matnning asosiy g'oyasi nima?' deb so'raladi, variantlardan biri 'Shahar transport tizimi butunlay barqaror' (juda keng).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4B5C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Matnni o'z so'zimiz bilan aytamiz: 'Avtobus yo'nalishlari kengaytirildi, markazda trafik kamaydi'.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'Butunlay barqaror' degan variant — matnda faqat MARKAZIY hudud haqida aytilgan, bu juda keng umumlashtirish.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To'g'ri javob faqat shu ikki tafsilotni (yo'nalish kengaytirish + markazda trafik kamayishi) qamrab olishi kerak.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4B5C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Central Ideas &amp; Details savolini birgalikda tahlil qilish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matnni o'z so'zi bilan 5–7 so'zda ifodalash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Keng/tor javob variantlarini guruh bo'lib muhokama qilish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13/104  •  Central Ideas &amp; Details — tushuncha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Asosiy g'oya — matnning HAR bir qismini qamrab oladigan markaziy xabar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Tafsilot faqat bir qismni tasdiqlaydi, asosiy g'oya bo'la olmaydi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O'z so'zi bilan ifodalash — tuzoq javoblardan tezda qochish usuli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Central Ideas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matn uchun o'z so'zi bilan xulosa yozib qo'yish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Noto'g'ri tanlangan javoblarni 'keng' yoki 'tor' deb tasniflash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