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73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Geometriya — burchaklar va chiziqlar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25-hafta   •   2-bosqich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vertikal, qo'shni, to'ldiruvchi burchaklar va parallel chiziqlar bilan bog'liq burchak munosabatlarini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Geometriya — burchaklar va chiziqlar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Vertikal, qo'shni va to'ldiruvchi burchaklarni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Parallel chiziqlar va kesuvchi bilan hosil bo'lgan burchaklarni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Mos va ichki burchaklar qoidalarini qo'llaydi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Vertikal va qo'shni burchaklar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To'ldiruvchi va qo'shimcha burchaklar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Parallel chiziqlar va kesuvchi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Burchak hisoblash strategiyasi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73/104  •  Geometriya — burchaklar va chiziqlar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Vertikal va qo'shni burchaklar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Vertikal burchaklar — ikki kesishuvchi chiziq hosil qilgan, bir-biriga QARAMA-QARSHI burchaklar, ular doim TENG.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Qo'shni (adjacent) burchaklar — umumiy tomonga ega, yonma-yon joylashgan burchaklar.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chiziq ustidagi qo'shni burchaklar yig'indisi — har doim 180° (to'ldiruvchi, supplementary).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73/104  •  Geometriya — burchaklar va chiziqlar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To'ldiruvchi va qo'shimcha burchaklar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To'ldiruvchi (supplementary) burchaklar — yig'indisi 180° bo'lgan ikki burchak.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Qo'shimcha (complementary) burchaklar — yig'indisi 90° bo'lgan ikki burchak.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ikki atama — nom jihatdan o'xshash, lekin qiymatlari (90° vs 180°) farq qiladi, chalkashtirmaslik kerak.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'complementary' (90°) va 'supplementary' (180°) so'zlarini chalkashtirmaslik uchun, 'c' harfini 'kichik 90' deb yodda tutish mumkin.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73/104  •  Geometriya — burchaklar va chiziqlar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Parallel chiziqlar va kesuvchi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parallel chiziqni uchinchi chiziq (kesuvchi/transversal) kesib o'tganda, SAKKIZ burchak hosil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Mos burchaklar (corresponding angles) — bir xil pozitsiyada joylashgan, ular doim TENG.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Ichki almashinuvchi burchaklar (alternate interior angles) — parallel chiziqlar orasida, qarama-qarshi tomonda, ular doim TENG.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73/104  •  Geometriya — burchaklar va chiziqlar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Burchak hisoblash strategiyasi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burchak masalalarida, avval BARCHA ma'lum munosabatlarni (vertikal/to'ldiruvchi/mos) belgilab chiqish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 burchakni topgach, uning yordamida ZANJIR bo'ylab boshqa burchaklarni hisoblash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Uchburchak yoki ko'pburchak ichidagi burchaklar yig'indisi qoidalari (74-darsda) bilan birlashtirilishi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73/104  •  Geometriya — burchaklar va chiziqlar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Ikki parallel chiziqni kesuvchi kesib o'tadi. Bitta burchak 65° bo'lsa, unga mos (corresponding) burchak nechchi gradus?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Mos burchaklar (corresponding angles) qoidasi bo'yicha, ular DOIM teng.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Demak mos burchak ham 65°.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Tekshirish: agar ular bir xil tomonda, bir xil pozitsiyada bo'lsa, bu qoida to'g'ri qo'llanilgan.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vertikal/qo'shni/to'ldiruvchi burchak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parallel chiziq va kesuvchi savolini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murakkab, zanjirli burchak hisoblash masalasini yechish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73/104  •  Geometriya — burchaklar va chiziqlar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Vertikal burchaklar teng, qo'shni to'g'ri chiziqdagi burchaklar 180° ga yig'iladi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Complementary=90°, supplementary=180° — chalkashtirmaslik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Parallel chiziq + kesuvchi — mos va ichki almashinuvchi burchaklar teng bo'ladi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burchak munosabati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parallel chiziq va kesuvchi masalasini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zanjirli (bir necha qadamli) burchak hisoblash masalasini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