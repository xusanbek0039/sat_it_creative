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Math zaif tomonlar drill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29-hafta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84-darsda aniqlangan eng zaif Math domeniga maqsadli mashq qilasiz va Desmosdan foydalanishni optimallashtirasiz.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Math zaif tomonlar drill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zaif Math domenidagi formula va texnikalarni mustahkamlaydi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Desmosdan tezroq va samaraliroq foydalanishni o'rganadi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Zaif domen bo'yicha aniqlikni oshiradi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Maqsadli mashq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Formula va texnikalarni mustahkamlash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Desmosni optimallashtirish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Yuqori intensivlikdagi mashq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Maqsadli mashq tanlash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84-darsdagi tahlil natijasida aniqlangan ENG ZAIF domen (masalan, Advanced Math yoki Geometry &amp; Trig) bu darsning markazi.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nechta domen teng darajada zaif bo'lsa, ular orasida vaqt teng taqsimlanadi.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savollari maxsus shu domen sub-mavzulariga (masalan, faqat kvadrat funksiyalar) yo'naltiriladi.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Formula va texnikalarni mustahkamlash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Xatolar Daftaridagi shu domenga tegishli formulalarni qayta yozib, ularning qachon qo'llanishini aniq belgilash.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xil formula xatosi takrorlangan bo'lsa, formulani QAYTADAN, qadam-baqadam chiqarib (derive qilib) chuqur tushunish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Tegishli darsning (45-80 orasidan) namunaviy misolini qayta yechib chiqish tavsiya etiladi.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formulani shunchaki yodlash emas, balki QAYERDAN kelib chiqishini tushunish — uni unutib qo'yganda ham qayta tiklash imkonini beradi.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Desmosni optimallashtirish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Zaif domenga oid savollarda, Desmosdan qachon va qanday foydalanish eng tezkor ekanini alohida mashq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kvadrat funksiya savollarida, vertex va ildizlarni qo'lda hisoblash o'rniga Desmos grafigidan o'qish tezroq bo'lishi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Desmosni 'qutqaruvchi' emas, balki ANIQ STRATEGIK vosita sifatida qo'llashni mustahkamlash.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Yuqori intensivlikdagi mashq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25 ta savol FAQAT zaif domendan tanlanadi.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savolni yechishdan so'ng, darhol tekshirish va xato sababini (formula/hisoblash/Desmos noto'g'ri ishlatilishi) aniqlash.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oxirida boshlang'ich va yakuniy aniqlikni solishtirib, o'sishni o'lchash.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Zaif domen — Advanced Math. Diskriminant formulasi takror xato bilan qo'llanilmoqda.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Diskriminant formulasini (b²-4ac) qaytadan, qadam-baqadam yozib chiqamiz.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Formulaning nimani ko'rsatishini (yechim soni) qaytadan tushuntiramiz.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qo'shimcha diskriminant savolini maqsadli yechib, xato takrorlanmasligini tekshiramiz.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25 ta savol — faqat eng zaif Math domenidan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savoldan keyin darhol tekshirish va sabab tahlili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Desmosdan strategik foydalanishni alohida mashq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86/104  •  Math zaif tomonlar drill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Formula nima uchun ishlashini tushunish — uni yodlashdan ko'ra ishonchliroq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Desmosni strategik, aniq joyda qo'llash — vaqtni tejaydi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Aniqlikning o'sishi — ikkinchi to'liq testga (87-88-dars) tayyorgarlik ko'rsatkichi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25 ta qo'shimcha savol — xuddi shu zaif domendan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bugungi natijalar bilan yangilash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Aniqlik foizini progress jadvaliga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