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65815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80215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65815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80215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65 / 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Ko'phad funksiyalar — bo'lish va omillarga ajratish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22-hafta   •   2-bosqich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siz ko'phadlarni bo'lish, Factor Theorem va Remainder Theorem'dan foydalanishni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Ko'phad funksiyalar — bo'lish va omillarga ajratish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Ko'phadni binomga bo'ladi (long division yoki synthetic division)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Factor Theorem orqali ildizlarni tekshiradi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Remainder Theorem'dan qoldiqni topishda foydalanadi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Ko'phadni bo'lish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Factor Theorem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Remainder Theorem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Amaliy qo'llanish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65/104  •  Ko'phad funksiyalar — bo'lish va omillarga ajratish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Ko'phadni bo'lish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Long division — ko'phadni (x-k) yoki boshqa ko'phadga, oddiy sonlar bo'linishi kabi qadam-baqadam bo'lish usuli.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Synthetic division — (x-k) ko'rinishidagi binomga bo'lishning tezlashtirilgan, faqat koeffitsientlar bilan ishlaydigan usuli.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Bo'lish natijasi — qism (quotient) va qoldiq (remainder) dan iborat, xuddi oddiy sonlar bo'linishidagi kabi.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65/104  •  Ko'phad funksiyalar — bo'lish va omillarga ajratish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Factor Theorem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Factor Theorem: agar P(k)=0 bo'lsa, (x-k) — P(x) ning omili (factor) hisoblanadi.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teorema — biror son ko'phadning ildizi ekanini TEKSHIRISH uchun tez usul (to'liq bo'lishsiz).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(x-k) omil ekanligi tasdiqlansa, ko'phadni shu omilga bo'lib, darajasini kamaytirish mumkin.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65/104  •  Ko'phad funksiyalar — bo'lish va omillarga ajratish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Remainder Theorem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Remainder Theorem: P(x) ni (x-k) ga bo'lganda qoldiq — aynan P(k) ning qiymatiga teng.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teorema orqali, to'liq bo'lishni bajarmasdan, faqat P(k) ni hisoblab qoldiqni bilish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P(k)=0 chiqsa, demak qoldiq nol — ya'ni (x-k) ko'phadni TO'LIQ (qoldiqsiz) bo'ladi.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2B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Factor Theorem va Remainder Theorem bir-biriga bog'liq — P(k)=0 bo'lishi ham ildiz, ham omil ekanini bir vaqtda isbotlaydi.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65/104  •  Ko'phad funksiyalar — bo'lish va omillarga ajratish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 qo'llanish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SAT'da ko'pincha 'P(x) ning omili qaysi?' yoki 'P(k)=? qoldiq nimaga teng?' turidagi savollar uchraydi.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Bunday savollarda to'liq bo'lish shart emas — to'g'ridan-to'g'ri P(k) ni hisoblash YETARLI.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usul — vaqtni sezilarli tejaydigan eng muhim ko'phad strategiyalaridan biri.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65/104  •  Ko'phad funksiyalar — bo'lish va omillarga ajratish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P(x) = x³ - 4x² + x + 6 uchun, (x-3) P(x) ning omili ekanini Factor Theorem bilan tekshiring.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Factor Theorem bo'yicha, P(3) ni hisoblaymiz: 3³-4(3)²+3+6.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27 - 36 + 3 + 6 = 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P(3)=0 bo'lgani uchun, (x-3) — P(x) ning omili hisoblanadi.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ko'phadni synthetic division bilan bo'lish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10 ta savolda Factor Theorem orqali omil ekanini tekshirish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savolda Remainder Theorem orqali qoldiqni hisoblash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65/104  •  Ko'phad funksiyalar — bo'lish va omillarga ajratish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Synthetic division — (x-k) ga bo'lishning tezlashtirilgan usuli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Factor Theorem: P(k)=0 ⟺ (x-k) — omil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Remainder Theorem: P(x)/(x-k) qoldig'i = P(k)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12 ta ko'phadni synthetic/long division bilan bo'lish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10 ta savolda Factor/Remainder Theorem'ni qo'llash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3 ta ko'phadni to'liq omillarga ajratish (bo'lish + factoring birlashtirib)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B2E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