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34242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63 / 104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Eksponensial funksiyalar — grafik va amaliyot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34242"/>
                </a:solidFill>
                <a:latin typeface="Calibri"/>
              </a:rPr>
              <a:t>21-hafta   •   2-bosqich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eksponensial funksiyalarning grafik xususiyatlarini va murakkab kontekstli masalalarni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Eksponensial funksiyalar — grafik va amaliyot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2C45"/>
                </a:solidFill>
                <a:latin typeface="Calibri"/>
              </a:rPr>
              <a:t>O'QUV NATIJASI: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Eksponensial grafikning asosiy xususiyatlarini (asimptota, kesishish) aniqlaydi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Eksponensial va kvadrat o'sishni taqqoslaydi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Murakkab kontekstli masalalarni ishonchli yechadi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2C45"/>
                </a:solidFill>
                <a:latin typeface="Calibri"/>
              </a:rPr>
              <a:t>DARS REJASI: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34242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Eksponensial grafik xususiyatlari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34242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Eksponensial vs kvadrat o'sish taqqoslash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34242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Murakkab kontekstli masalalar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34242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Ikki nuqtadan formula topish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63/104  •  Eksponensial funksiyalar — grafik va amaliyot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Eksponensial grafik xususiyatlari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Grafik y-o'qni (0, a) nuqtada kesib o'tadi — bu boshlang'ich qiymat.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Gorizontal asimptota — odatda y=0, funksiya bu chiziqqa yaqinlashadi, lekin uni hech qachon kesmaydi.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O'suvchi funksiya grafigi chapdan o'ngga tezlashib ko'tariladi; kamayuvchisi tezlashib pasayadi (nolga yaqinlashadi).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63/104  •  Eksponensial funksiyalar — grafik va amaliyot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Eksponensial vs kvadrat o'sish taqqoslash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Kvadrat funksiya (x²) — ma'lum vaqtgacha tezroq o'sishi mumkin, lekin UZOQ MUDDATDA eksponensial funksiya doim tezroq o'sadi.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Grafikda, katta x qiymatlarida eksponensial funksiya kvadrat funksiyadan 'oshib ketadi'.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farq — 'qaysi funksiya tezroq o'sadi' turidagi savollarda asosiy tushuncha.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63/104  •  Eksponensial funksiyalar — grafik va amaliyot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Murakkab kontekstli masalalar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Ba'zi masalalarda davr (period) berilgan — masalan, 'har 3 yilda ikki marta ko'payadi' — bu holatda daraja ko'rsatkichini t/3 shaklida yozish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Ba'zi masalalarda asos to'g'ridan-to'g'ri berilmaydi, balki ikki nuqta (vaqt, qiymat) orqali topish kerak bo'ladi.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Savol grafik va formula ikkisini birlashtirib berilishi mumkin — ikkisidan mos ma'lumotni tanlab olish kerak.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D02C45"/>
                </a:solidFill>
                <a:latin typeface="Calibri"/>
              </a:rPr>
              <a:t>Eslatma: 'har necha yilda ikki/uch marta' kabi davr ko'rsatilgan masalalarda daraja ko'rsatkichini albatta davrga BO'LISH kerak.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63/104  •  Eksponensial funksiyalar — grafik va amaliyot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Ikki nuqtadan formula topish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ikkita (x,y) nuqta berilgan bo'lsa, ularni y=a×b^x ga qo'yib, ikki tenglamali sistema hosil qilish mumkin.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Ikkinchi tenglamani birinchisiga bo'lish orqali 'a' ni yo'qotib, faqat 'b' ni topish qulay usul.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'b' topilgach, uni orqaga qo'yib 'a' ni hisoblash mumkin.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63/104  •  Eksponensial funksiyalar — grafik va amaliyot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2C45"/>
                </a:solidFill>
                <a:latin typeface="Calibri"/>
              </a:rPr>
              <a:t>SAVOL: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Bakteriya populyatsiyasi har 4 soatda ikki marta ko'payadi, boshlang'ich 100 ta. T soatdan keyingi son formulasini yozing.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02C45"/>
                </a:solidFill>
                <a:latin typeface="Calibri"/>
              </a:rPr>
              <a:t>YECHIM QADAMLARI: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Boshlang'ich qiymat a=100. Har 4 soatda 2 marta ko'payish — asos 2, davr 4.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Daraja ko'rsatkichi t/4 shaklida yoziladi (har to'liq 4 soatlik davrda bir marta ikkilanish).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Formula: N(t) = 100 × 2^(t/4).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02C45"/>
                </a:solidFill>
                <a:latin typeface="Calibri"/>
              </a:rPr>
              <a:t>DARSDA AMALIYOT: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10 ta eksponensial grafikni tahlil qilib, asos va boshlang'ich qiymatni aniqlash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8 ta davr (period) bilan berilgan masalani formulaga aylantirish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5 ta eksponensial va kvadrat funksiyani katta x da taqqoslash</a:t>
            </a:r>
          </a:p>
        </p:txBody>
      </p:sp>
      <p:pic>
        <p:nvPicPr>
          <p:cNvPr id="16" name="Picture 1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63/104  •  Eksponensial funksiyalar — grafik va amaliyot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2C45"/>
                </a:solidFill>
                <a:latin typeface="Calibri"/>
              </a:rPr>
              <a:t>ASOSIY XULOSALAR: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Eksponensial grafik gorizontal asimptotaga ega, hech qachon uni kesmaydi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Uzoq muddatda eksponensial o'sish har doim kvadratdan tezroq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Davr bilan berilgan masalalarda daraja ko'rsatkichini davrga bo'lish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2C45"/>
                </a:solidFill>
                <a:latin typeface="Calibri"/>
              </a:rPr>
              <a:t>UY VAZIFASI: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15 ta eksponensial grafik va masala aralash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5 ta ikki nuqtadan eksponensial formula topish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3 ta eksponensial va kvadrat o'sishni grafik orqali taqqoslash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6" name="Picture 1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