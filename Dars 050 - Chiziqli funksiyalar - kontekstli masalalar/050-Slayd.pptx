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66160" y="0"/>
            <a:ext cx="91440" cy="6858000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7B5DC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B2B2E"/>
                </a:solidFill>
                <a:latin typeface="Calibri"/>
              </a:rPr>
              <a:t>DARS 50 / 104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B2B2E"/>
                </a:solidFill>
                <a:latin typeface="Calibri"/>
              </a:rPr>
              <a:t>Chiziqli funksiyalar — kontekstli masalalar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57B5DC"/>
                </a:solidFill>
                <a:latin typeface="Calibri"/>
              </a:rPr>
              <a:t>17-hafta   •   2-bosqich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B2B2E"/>
                </a:solidFill>
                <a:latin typeface="Calibri"/>
              </a:rPr>
              <a:t>Bu darsda siz real hayotiy vaziyatlarda chiziqli funksiyalarni model qilish, slope va y-intercept'ning kontekstdagi ma'nosini qo'llashni o'rganasiz.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Dars maqsadi va reja — Chiziqli funksiyalar — kontekstli masalalar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7A68"/>
                </a:solidFill>
                <a:latin typeface="Calibri"/>
              </a:rPr>
              <a:t>O'QUV NATIJASI: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Slope'ni kontekstda o'zgarish tezligi sifatida talqin qiladi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Y-intercept'ni kontekstda boshlang'ich qiymat sifatida talqin qiladi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So'zli masaladan chiziqli funksiya modelini tuzadi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7A68"/>
                </a:solidFill>
                <a:latin typeface="Calibri"/>
              </a:rPr>
              <a:t>DARS REJASI: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57B5DC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Kontekstda slope = o'zgarish tezligi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57B5DC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Kontekstda b = boshlang'ich qiymat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57B5DC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So'zli funksiya masalalari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57B5DC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4. Model tuzish</a:t>
            </a:r>
          </a:p>
        </p:txBody>
      </p:sp>
      <p:pic>
        <p:nvPicPr>
          <p:cNvPr id="12" name="Picture 11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50/104  •  Chiziqli funksiyalar — kontekstli masalalar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Kontekstda slope = o'zgarish tezligi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F7A68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Real masalalarda slope odatda 'har bir qo'shimcha birlik uchun qancha o'zgaradi' degan ma'noni bildiradi.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F7A68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Masalan, 'har oyda 50 dollar' — bu slope qiymati, vaqt o'tishi bilan qiymatning o'zgarishini bildiradi.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F7A68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Slope ishorasi muhim: musbat — o'sish, manfiy — kamayish jarayonini bildiradi.</a:t>
            </a:r>
          </a:p>
        </p:txBody>
      </p:sp>
      <p:pic>
        <p:nvPicPr>
          <p:cNvPr id="9" name="Picture 8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50/104  •  Chiziqli funksiyalar — kontekstli masalalar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Kontekstda b = boshlang'ich qiymat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F7A68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Y-intercept (b) — odatda 'boshlanishidagi' yoki 'x=0 bo'lgandagi' qiymatni bildiradi (masalan, boshlang'ich to'lov, dastlabki miqdor).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F7A68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So'zli masalada 'boshida', 'dastlab' kabi so'zlar — bu b qiymatini ko'rsatadigan signal.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F7A68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 qiymatini to'g'ri aniqlash — model tenglamasini to'g'ri tuzishning kaliti.</a:t>
            </a:r>
          </a:p>
        </p:txBody>
      </p:sp>
      <p:pic>
        <p:nvPicPr>
          <p:cNvPr id="9" name="Picture 8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50/104  •  Chiziqli funksiyalar — kontekstli masalalar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So'zli funksiya masalalari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F7A68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Masaladan avval o'zgaruvchini (odatda vaqt yoki miqdor) va funksiya natijasini (qiymat, masofa, narx) aniq belgilang.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F7A68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So'ng masaladagi ikki sonni (slope va intercept) ajratib, y=mx+b shaklida model tuzing.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F7A68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Modelni tuzgandan keyin, savol so'ragan aniq qiymatni (masalan, ma'lum vaqtdagi natija) hisoblang.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5623560"/>
            <a:ext cx="10881360" cy="566928"/>
          </a:xfrm>
          <a:prstGeom prst="rect">
            <a:avLst/>
          </a:prstGeom>
          <a:solidFill>
            <a:srgbClr val="E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39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1F7A68"/>
                </a:solidFill>
                <a:latin typeface="Calibri"/>
              </a:rPr>
              <a:t>Eslatma: ko'p hollarda savol modelni TUZISHNI emas, balki tayyor modeldan FOYDALANISHNI so'raydi — savolni diqqat bilan o'qing.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50/104  •  Chiziqli funksiyalar — kontekstli masalalar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Model tuzish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F7A68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Ikkita ma'lumot nuqtasi berilgan bo'lsa, avval slope'ni hisoblang, so'ng nuqta-slope shaklidan model tuzing.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F7A68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Modelni tuzgandan keyin, uni berilgan ma'lumotlar bilan tekshirib, to'g'ri ekanini tasdiqlang.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F7A68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Modelni 'bashorat qilish' uchun ham ishlatish mumkin — berilgan oraliqdan tashqaridagi qiymatni hisoblash.</a:t>
            </a:r>
          </a:p>
        </p:txBody>
      </p:sp>
      <p:pic>
        <p:nvPicPr>
          <p:cNvPr id="9" name="Picture 8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50/104  •  Chiziqli funksiyalar — kontekstli masalalar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7A68"/>
                </a:solidFill>
                <a:latin typeface="Calibri"/>
              </a:rPr>
              <a:t>SAVOL: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Taksi xizmati boshlang'ich to'lov 5 dollar, har km uchun 2 dollar oladi. 10 km masofa uchun narxni toping.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F7A68"/>
                </a:solidFill>
                <a:latin typeface="Calibri"/>
              </a:rPr>
              <a:t>YECHIM QADAMLARI: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57B5DC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Model: narx = 2(km) + 5, ya'ni y = 2x + 5 (slope=2 — km narxi, intercept=5 — boshlang'ich to'lov).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57B5DC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x=10 qo'yamiz: y = 2(10)+5 = 25.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57B5DC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Javob: 10 km uchun narx 25 dollar.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F7A68"/>
                </a:solidFill>
                <a:latin typeface="Calibri"/>
              </a:rPr>
              <a:t>DARSDA AMALIYOT: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57B5DC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15 ta kontekstli funksiya masalasini vaqt bilan (timed) yechish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57B5DC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Har bir masalada slope va intercept ma'nosini og'zaki izohlash mashqi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57B5DC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3 ta masalada ikki ma'lumot nuqtasidan model tuzish</a:t>
            </a:r>
          </a:p>
        </p:txBody>
      </p:sp>
      <p:pic>
        <p:nvPicPr>
          <p:cNvPr id="14" name="Picture 13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50/104  •  Chiziqli funksiyalar — kontekstli masalalar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7A68"/>
                </a:solidFill>
                <a:latin typeface="Calibri"/>
              </a:rPr>
              <a:t>ASOSIY XULOSALAR: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Slope — kontekstda o'zgarish tezligi (birlik/birlik)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Y-intercept — kontekstda boshlang'ich (x=0 dagi) qiymat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Ikki ma'lumot nuqtasidan slope hisoblab, model tenglamasini tuzish mumkin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7A68"/>
                </a:solidFill>
                <a:latin typeface="Calibri"/>
              </a:rPr>
              <a:t>UY VAZIFASI: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20 ta kontekstli funksiya savolini mustaqil yechish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5 ta real vaziyat uchun o'zi chiziqli model tuzish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Har bir modelda slope va intercept ma'nosini yozma izohlash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6666"/>
                </a:solidFill>
                <a:latin typeface="Calibri"/>
              </a:rPr>
              <a:t>«IT Shaharcha» — Yoshlar Axborot Texnologiyalari Markazi</a:t>
            </a:r>
          </a:p>
        </p:txBody>
      </p:sp>
      <p:pic>
        <p:nvPicPr>
          <p:cNvPr id="14" name="Picture 13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