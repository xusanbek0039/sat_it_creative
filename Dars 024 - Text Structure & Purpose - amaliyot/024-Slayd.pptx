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274320"/>
            <a:ext cx="2377440" cy="237744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280160"/>
            <a:ext cx="1554480" cy="155448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1737360"/>
            <a:ext cx="1188720" cy="11887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24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Text Structure &amp; Purpose — amaliyot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2D83"/>
                </a:solidFill>
                <a:latin typeface="Calibri"/>
              </a:rPr>
              <a:t>6-hafta   •   1-bosqich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murakkab ritorik maqsadlar va butun matn tuzilishiga oid savollarni, funksiya va mazmun farqini chuqur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Text Structure &amp; Purpose — amaliyot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Murakkab, ko'p qatlamli ritorik maqsadlarni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Butun matn tuzilishi savollarini ishonchli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Funksiya va mazmun farqini aniq ajratadi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Murakkab ritorik maqsadlar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Butun matn tuzilishi savollari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Funksiya vs mazmun farqi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Tuzoq javoblar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24/104  •  Text Structure &amp; Purpose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Murakkab ritorik maqsadlar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bir paragraf bir vaqtning o'zida ikki vazifani bajaradi (masalan, misol keltirish HAM xulosa qilish).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Bunday holatda variantlar orasida ENG TO'LIQ ikkita vazifani qamrab oluvchisini tanlang.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Faqat bitta vazifani qamrab olgan, ikkinchisini e'tiborsiz qoldirgan variant — to'liq emas.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24/104  •  Text Structure &amp; Purpose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Butun matn tuzilishi savollari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savollar 'Matn qanday tuzilgan?' deb butun matn haqida so'raydi, alohida gap haqida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Javobni tekshirish uchun matnni boshidan oxirigacha mantiqiy bosqichlarga bo'lib chiqing (kirish, dalil, xulosa).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javob matnning HAR bir bosqichini to'g'ri tartibda tasvirlashi kerak.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24/104  •  Text Structure &amp; Purpose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Funksiya vs mazmun farqi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Mazmun (content) — gapda NIMA aytilgan; funksiya (function) — gap NEGA shu o'rinda turgan.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funksiyani so'rasa-yu, siz mazmunni tasvirlovchi variant tanlasangiz — bu eng keng tarqalgan xato.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Funksiya variantlari odatda mavhumroq va fe'l-asosli bo'ladi ('qarama-qarshi qo'yish uchun'), mazmun variantlari esa aniq faktlarni qaytaradi.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B5B89"/>
                </a:solidFill>
                <a:latin typeface="Calibri"/>
              </a:rPr>
              <a:t>Eslatma: savol so'zlarini diqqat bilan o'qing — 'nima deyilgan' va 'nega shu yerda turgan' butunlay boshqa savollar.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24/104  •  Text Structure &amp; Purpose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Tuzoq javoblar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matn mazmunini to'g'ri tasvirlaydi, lekin so'ralgan vazifani noto'g'ri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faqat matnning bir qismidagi vazifani umumlashtirib, butun matnga noto'g'ri yoyadi.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haqiqatda matnda mavjud bo'lmagan tuzilish turini (masalan, 'qarama-qarshilik' yo'q joyda) taklif qiladi.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24/104  •  Text Structure &amp; Purpose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Matn uch qismdan iborat: muammo tasvirlanadi, ikki yechim taklif qilinadi, muallif ulardan birini afzal ko'radi. Savol: 'Matn qanday tuzilgan?'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Bosqichlarni ajratamiz: (1) muammo, (2) ikki yechim, (3) afzal ko'rilgan yechim.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Variantlar orasida shu uchta bosqichni TO'G'RI TARTIBDA tasvirlovchini qidiramiz.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Faqat ikki bosqichni qamrab olgan yoki tartibni noto'g'ri ko'rsatgan variantlarni chetlatamiz.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murakkab savolni vaqt bilan (timed)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matnni mantiqiy bosqichlarga (kirish/dalil/xulosa) bo'lib chizish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Funksiya va mazmun variantlarini ayrim-ayrim belgilash mashqi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24/104  •  Text Structure &amp; Purpose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Ko'p vazifali paragraflarda ENG TO'LIQ javobni tanlang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Butun matn tuzilishini bosqichlarga bo'lib tahlil qiling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Funksiya — NEGA, mazmun — NIMA; ikkisini aralashtirmang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savolni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matn uchun bosqichlar sxemasini chizib chiqish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Funksiya/mazmun farqi bo'yicha xato qilingan savollarni alohida tahlil qilish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