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uble Wave 1"/>
          <p:cNvSpPr/>
          <p:nvPr/>
        </p:nvSpPr>
        <p:spPr>
          <a:xfrm>
            <a:off x="-365760" y="5760720"/>
            <a:ext cx="12893040" cy="128016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82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To'liq Test #1 — Math (Bluebook)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B5B89"/>
                </a:solidFill>
                <a:latin typeface="Calibri"/>
              </a:rPr>
              <a:t>28-hafta   •   3-bosqich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birinchi to'liq Math bo'limini Bluebook ilovasida, Desmos va reference varaqdan foydalanib topshirasiz.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To'liq Test #1 — Math (Bluebook)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Math bo'limini to'liq, vaqt sharoitida topshiradi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Desmos kalkulyatoridan real test sharoitida samarali foydalanadi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45-80-darslarda o'rganilgan barcha Math ko'nikmalarini amalda qo'llaydi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Test rejimi — Math bo'limi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Desmos va chidamlilik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Strategiyalarni amalda qo'llash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Test yakunida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82/104  •  To'liq Test #1 — Math (Bluebook)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Test rejimi — Math bo'limi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Math bo'limi 2 modul, har birida 22 savol, 35 daqiqadan iborat (jami ~70 daqiqa).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Bluebook ichidagi Desmos kalkulyatori va reference varaq har doim ekran burchagida mavjud.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Birinchi modul natijasiga qarab, ikkinchi modul qiyinlik darajasi moslashadi (RW bo'limidagi kabi).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82/104  •  To'liq Test #1 — Math (Bluebook)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Desmos va chidamlilik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savolga ~95 soniya me'yorini ushlab turish, Desmosni faqat KERAK bo'lgan joyda ishlatish.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Algebra, Advanced Math, PSDA, Geometry &amp; Trig — to'rt domendan savollar TASODIFIY tartibda keladi.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Modul oxiriga yaqin charchoq sezilishi mumkin — chuqur nafas olish va diqqatni qayta jamlash foydali.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7F2D83"/>
                </a:solidFill>
                <a:latin typeface="Calibri"/>
              </a:rPr>
              <a:t>Eslatma: RW dan keyin Math bo'limi keladi — aqliy charchoq tabiiy, lekin har savolni yangidan 'tozalangan diqqat' bilan boshlashga harakat qiling.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82/104  •  To'liq Test #1 — Math (Bluebook)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Strategiyalarni amalda qo'llash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Savol turini tezda tasniflash (tenglama/funksiya/geometriya/statistika) va mos strategiyani darhol eslash.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Og'ir savollarni belgilab o'tish, oson savollarni birinchi navbatda aniq yechish.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Javobni belgilashdan oldin, savol nimani SO'RAYOTGANINI (x qiymati, y qiymati, ifoda) qayta tekshirish.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82/104  •  To'liq Test #1 — Math (Bluebook)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Test yakunida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tugagach, ikki bo'lim (RW+Math) bo'yicha umumiy taassurotlarni solishtirib yozish foydali.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Batafsil domen tahlili 84-darsda amalga oshiriladi.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Bugun ikki bo'lim ham tugagani uchun, to'liq dam olish tavsiya etiladi.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82/104  •  To'liq Test #1 — Math (Bluebook)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Ikkinchi modulda bir savol murakkab ko'phad masala, Desmos yordam berishi mumkinmi yo'qmi noaniq.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Savolni tezda tasniflaymiz: agar grafik/kesishish kerak bo'lsa, Desmos foydali.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Agar faqat algebraik soddalashtirish kerak bo'lsa, qo'lda tezroq bo'lishi mumkin.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Qarorni 5 soniyada qabul qilib, ortiqcha ikkilanmasdan davom etamiz.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To'liq Math bo'limini Bluebook'da, real vaqt sharoitida topshirish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Desmosdan strategik, faqat kerakli joyda foydalanish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savolda nima so'ralayotganini oxirgi marta tekshirish odatini qo'llash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82/104  •  To'liq Test #1 — Math (Bluebook)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Birinchi to'liq Math testi — Desmos va vaqtni real sharoitda boshqarish tajribasi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Savol turini tezda tasniflash — to'g'ri strategiya tanlashning kaliti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Bugungi ikki test natijasi — ertangi chuqur tahlil uchun asos bo'ladi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To'liq dam olish — ikki bo'lim test kuni tugagandan keyin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Ikki bo'lim bo'yicha umumiy taassurotlarni qisqacha yozish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Ertangi tahlil darsi uchun xotirjam tayyorlanish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