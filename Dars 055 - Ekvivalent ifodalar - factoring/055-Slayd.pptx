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822960"/>
            <a:ext cx="5120640" cy="512064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554480"/>
            <a:ext cx="3657600" cy="3657600"/>
          </a:xfrm>
          <a:prstGeom prst="ellipse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55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Ekvivalent ifodalar — factoring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9BB01"/>
                </a:solidFill>
                <a:latin typeface="Calibri"/>
              </a:rPr>
              <a:t>19-hafta   •   2-bosqich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algebraik ifodalarni ko'paytuvchilarga ajratish (factoring) va qavs ochish usullarini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Ekvivalent ifodalar — factoring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Umumiy ko'paytuvchini to'g'ri chiqaradi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FOIL usuli bilan qavslarni ochadi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Kvadrat farqi va trinomiallarni ajratadi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Umumiy ko'paytuvchini chiqarish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FOIL va qavs ochish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Kvadrat farqi, to'la kvadrat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F9BB01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Trinomiallarni ajratish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55/104  •  Ekvivalent ifodalar — factoring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Umumiy ko'paytuvchini chiqarish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haddagi ENG KATTA umumiy ko'paytuvchini (GCF) toping va uni qavsdan tashqariga chiqaring.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Masalan, 6x²+9x da umumiy ko'paytuvchi 3x: natija 3x(2x+3).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— har qanday factoring masalasining BIRINCHI qadami bo'lishi kerak.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55/104  •  Ekvivalent ifodalar — factoring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FOIL va qavs ochish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FOIL — ikki binomni ko'paytirishda: First, Outer, Inner, Last hadlarni alohida ko'paytirib qo'shish usuli.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(a+b)(c+d) = ac + ad + bc + bd — bu FOIL ning umumiy formulasi.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Factoring — bu FOIL ning TESKARI jarayoni: ko'paytmadan qavslarga qaytish.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55/104  •  Ekvivalent ifodalar — factoring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Kvadrat farqi, to'la kvadrat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Kvadrat farqi formulasi: a²-b² = (a+b)(a-b) — bu formula tez tanilishi va qo'llanilishi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To'la kvadrat formulalari: a²+2ab+b² = (a+b)², a²-2ab+b² = (a-b)².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maxsus formulalarni tanish — murakkab ifodalarni tezda ajratishga yordam beradi.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3D4B5C"/>
                </a:solidFill>
                <a:latin typeface="Calibri"/>
              </a:rPr>
              <a:t>Eslatma: kvadrat farqi va to'la kvadrat formulalarini YODLAB olish SAT'da katta vaqt tejaydi, har safar qaytadan hisoblash shart emas.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55/104  •  Ekvivalent ifodalar — factoring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Trinomiallarni ajratish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x²+bx+c shaklidagi trinomial uchun, ko'paytmasi 'c', yig'indisi 'b' bo'lgan ikki son qidiriladi.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Topilgan ikki son (m, n) bilan trinomial (x+m)(x+n) shaklida ajratiladi.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3D4B5C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bosh koeffitsient (a) 1 dan farq qilsa (ax²+bx+c), qo'shimcha 'ac' usuli yoki guruhlash kerak bo'ladi.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55/104  •  Ekvivalent ifodalar — factoring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x² + 7x + 12 ifodasini ko'paytuvchilarga ajratib yozing.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Ko'paytmasi 12, yig'indisi 7 bo'lgan ikki son qidiramiz: 3 va 4 (3×4=12, 3+4=7).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Demak ifoda (x+3)(x+4) shaklida ajratiladi.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Tekshirish: FOIL bilan ochsak, x²+4x+3x+12 = x²+7x+12. To'g'ri.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D4B5C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factoring masalasini birgalikda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Kvadrat farqi va to'la kvadrat formulalarini tez tanish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9BB01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Trinomiallarni ajratishda mos ikki sonni topish texnikasini mashq qilish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55/104  •  Ekvivalent ifodalar — factoring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338560" y="5852160"/>
            <a:ext cx="1828800" cy="1828800"/>
          </a:xfrm>
          <a:prstGeom prst="ellipse">
            <a:avLst/>
          </a:prstGeom>
          <a:solidFill>
            <a:srgbClr val="3D4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doim avval umumiy ko'paytuvchini (GCF) chiqarish kerak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Kvadrat farqi va to'la kvadrat formulalarini yodlab olish vaqtni tejaydi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Trinomial ajratishda ko'paytmasi=c, yig'indisi=b bo'lgan ikki son qidiriladi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4B5C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factoring masalasini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5 ta kvadrat farqi, 5 ta to'la kvadrat formulali misolni ajratish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F9BB01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trinomialni guruhlash usuli bilan ajratish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