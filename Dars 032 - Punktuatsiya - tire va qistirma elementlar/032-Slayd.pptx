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91440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32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Punktuatsiya: tire va qistirma elementlar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8-hafta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tire (—) qoidalarini va qistirma (parenthetical) elementlarni ajratish usullarini o'rganib, butun punktuatsiya tizimini yakunlaysiz.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Punktuatsiya: tire va qistirma elementlar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Tire qoidalarini to'g'ri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Qistirma elementlarni vergul, tire yoki qavs bilan to'g'ri ajratadi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Barcha punktuatsiya qoidalarini birlashtirib qo'llaydi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Tire (—) qoidalari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Qistirma (parenthetical) elementlar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Juft vergul/tire/qavs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Punktuatsiya jadvalini yakunlash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32/104  •  Punktuatsiya: tire va qistirma elementlar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Tire (—) qoidalari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Yakka tire — ikki nuqta kabi, oldingi mustaqil gapdan keyin izoh/ro'yxat kiritadi, lekin ko'proq EKSPRESSIV ohang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Juft tire — gap o'rtasiga qo'shimcha ma'lumotni qistirib kiritish uchun ishlatiladi (qavs yoki juft vergul o'rnida).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Tire ko'pincha urg'u berish kerak bo'lgan joyda vergul/qavsdan ko'ra afzal ko'riladi.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32/104  •  Punktuatsiya: tire va qistirma elementlar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Qistirma (parenthetical) elementlar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Qistirma element — gapning asosiy mazmuniga ZARUR bo'lmagan, qo'shimcha ma'lumot beruvchi qism.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Uni olib tashlasangiz, gap baribir to'liq va grammatik to'g'ri qolishi kerak (29-darsdagi 'olib tashlash testi').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Qistirma elementni uchta usulda ajratish mumkin: juft vergul, juft tire, yoki qavs.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32/104  •  Punktuatsiya: tire va qistirma elementlar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Juft vergul/tire/qavs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Muhim qoida: gapning IKKI tomonida BIR XIL turdagi belgi ishlatilishi kerak (ikkala tomonda vergul, YOKI ikkala tomonda tire).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Bir tomonda vergul, ikkinchi tomonda tire ishlatish — grammatik xato (eng ko'p uchraydigan SAT savoli).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Qavs odatda eng KAM muhim qo'shimcha ma'lumot uchun, tire esa eng EKSPRESSIV ma'lumot uchun ishlatiladi.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Eslatma: SAT savollarida ko'pincha aynan shu 'mos kelmagan juft belgi' xatosi tekshiriladi — har doim ikki tomonni solishtiring.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32/104  •  Punktuatsiya: tire va qistirma elementlar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Punktuatsiya jadvalini yakunlash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Endi siz 5 turdagi tinish belgisini bilasiz: vergul, nuqta, nuqta-vergul, ikki nuqta, tire.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birining ASOSIY vazifasini bitta jumlada takrorlang: vergul — kichik pauza/ajratish; nuqta — to'liq tugatish; nuqta-vergul — ikki mustaqilni bog'lash; ikki nuqta — izoh kiritish; tire — ekspressiv izoh/qistirma.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Boundaries (gap chegaralari) mini-testida shu besh qoidaning barchasi aralash tekshiriladi.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32/104  •  Punktuatsiya: tire va qistirma elementlar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Gap: 'Loyiha rahbari — Anvar, taniqli muhandis bizga yordam berdi.' Bu to'g'rimi?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Qistirma element: 'taniqli muhandis' — Anvar haqida qo'shimcha ma'lumot.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Chap tomonda tire ishlatilgan, lekin o'ng tomonda hech qanday belgi yo'q — bu mos kelmagan juft belgi xatosi.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Tuzatish: 'Loyiha rahbari — Anvar, taniqli muhandis — bizga yordam berdi.' (ikki tomonda tire) yoki ikki tomonda vergul.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tire/qistirma element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Juft belgilarning ikki tomonini solishtirish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Boundaries mini-test: 15 ta aralash savol (vergul/nuqta-vergul/ikki nuqta/tire)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32/104  •  Punktuatsiya: tire va qistirma elementlar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Tire ikki nuqtaga o'xshash, lekin ko'proq ekspressiv ohang beradi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Qistirma elementning ikki tomonida BIR XIL turdagi belgi bo'lishi shart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Besh tinish belgisi (vergul/nuqta/nuqta-vergul/ikki nuqta/tire) — to'liq punktuatsiya tizimini tashkil etadi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tire/qistirma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gapda mos kelmagan juft belgi xatosini topib tuzatish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Besh tinish belgisi qoidasini o'z so'zi bilan jadval qilib yozish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