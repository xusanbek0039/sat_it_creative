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ouble Wave 1"/>
          <p:cNvSpPr/>
          <p:nvPr/>
        </p:nvSpPr>
        <p:spPr>
          <a:xfrm>
            <a:off x="-365760" y="5760720"/>
            <a:ext cx="12893040" cy="128016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96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Yakuniy zaif tomonlar takrori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B5B89"/>
                </a:solidFill>
                <a:latin typeface="Calibri"/>
              </a:rPr>
              <a:t>32-hafta   •   3-bosqich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95-darsda aniqlangan eng muammoli 3-4 mavzuni yakuniy, chuqur takrorlab, 3-bosqichni mustahkam yakunlaysiz.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Yakuniy zaif tomonlar takrori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Eng muammoli mavzularni chuqur, oxirgi marta mustahkamlaydi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Barcha uch test davomidagi takroriy xatolarni tuzatadi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4-bosqich (yakuniy sprint) uchun mustahkam poydevorga ega bo'ladi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EB5B89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Eng muammoli mavzularni tanlash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EB5B89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Chuqur takror metodikasi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EB5B89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Barcha Xatolar Daftarini yakunlash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EB5B89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4-bosqichga o'tish tayyorgarligi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96/104  •  Yakuniy zaif tomonlar takrori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Eng muammoli mavzularni tanlash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95-darsda aniqlangan, UCH testda ham takrorlangan 3-4 mavzu bu darsning to'liq markazi bo'ladi.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mavzuga vaqt ZAIFLIK darajasiga proporsional taqsimlanadi (eng ko'p xato — eng ko'p vaqt).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Boshqa, allaqachon mustahkamlangan mavzularga bu darsda VAQT sarflanmaydi.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96/104  •  Yakuniy zaif tomonlar takrori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Chuqur takror metodikasi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mavzu uchun: avval tegishli qoidani/formulani O'Z SO'ZI bilan qaytadan yozish, so'ng 8-10 maqsadli savol yechish.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savoldan keyin DARHOL tekshirish va xato bo'lsa, sababini yana bir marta chuqur tahlil qilish.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shu mavzudan 8-10 savolning barchasi to'g'ri chiqsa, bu mavzu YAKUNIY darajada mustahkamlangan deb hisoblanadi.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7F2D83"/>
                </a:solidFill>
                <a:latin typeface="Calibri"/>
              </a:rPr>
              <a:t>Eslatma: agar 8-10 savoldan keyin ham xato davom etsa, bu mavzu individual qo'shimcha vaqt (darsdan tashqari) talab qilishini bildiradi.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96/104  •  Yakuniy zaif tomonlar takrori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Barcha Xatolar Daftarini yakunlash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81-95-darslar davomida to'plangan Xatolar Daftari — bu darsda TO'LIQ ko'rib chiqiladi va yakunlanadi.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yozuv yonida, mavzu ENDI mustahkamlangan yoki yana e'tibor talab qiladimi — belgi qo'yiladi.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yakuniy holat — 4-bosqich (97-104-dars) rejasiga to'g'ridan-to'g'ri asos bo'ladi.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96/104  •  Yakuniy zaif tomonlar takrori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4-bosqichga o'tish tayyorgarligi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3-bosqich (81-96-dars) yakunida, RW va Math bo'yicha UMUMIY tayyorgarlik darajasi aniq ma'lum bo'ladi.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Qolgan 4-bosqich (Test #4, yakuniy takror, test kuni) — endi aniq, maqsadli rejaga asoslanadi.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7F2D83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dars — butun integratsiya bosqichining YAKUNIY mustahkamlash nuqtasi hisoblanadi.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96/104  •  Yakuniy zaif tomonlar takrori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Eng muammoli mavzu — 'shartli ehtimollik'. 10 savoldan 9 tasi endi to'g'ri chiqdi.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Bu mavzu sezilarli darajada mustahkamlangan deb baholaymiz (90% aniqlik).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Xatolar Daftarida bu mavzu yonida 'mustahkamlangan' belgisini qo'yamiz.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Qolgan 1 xatoni alohida ko'rib, sababini (masalan, jadval o'qishda shoshilish) aniqlaymiz.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7F2D83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Eng muammoli 3-4 mavzudan har biri uchun 8-10 ta maqsadli savol (jami 30 ta)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mavzu bo'yicha qoidani o'z so'zi bilan yozib chiqish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EB5B89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Xatolar Daftarini to'liq ko'rib chiqib, yakuniy holatini belgilash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96/104  •  Yakuniy zaif tomonlar takrori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Double Wave 5"/>
          <p:cNvSpPr/>
          <p:nvPr/>
        </p:nvSpPr>
        <p:spPr>
          <a:xfrm>
            <a:off x="-365760" y="6355080"/>
            <a:ext cx="12893040" cy="731520"/>
          </a:xfrm>
          <a:prstGeom prst="doubleWav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Yakuniy takror — faqat eng muammoli, takrorlangan mavzularga qaratilgan, maqsadli 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Xatolar Daftari endi to'liq, yakuniy holatga keltiriladi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3-bosqich yakunlandi — 4-bosqich (yakuniy sprint) uchun mustahkam poydevor tayyor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eng muammoli mavzudan yana 10 ta savol (jami 30-40 ta)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Xatolar Daftarining yakuniy, to'liq nusxasini tayyorlash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EB5B89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4-bosqich boshlanishi oldidan qisqa dam olish va o'ziga ishonchni mustahkamlash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