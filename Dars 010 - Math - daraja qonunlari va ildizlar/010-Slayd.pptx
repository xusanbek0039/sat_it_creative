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10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Math: daraja qonunlari va ildizlar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4-hafta   •   0-bosqich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daraja (exponent) qonunlari va ildizlar (radical) bilan ishlash, ularning Advanced Math mavzulariga tayyorgarlik sifatidagi ahamiyati o'rgatiladi.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Math: daraja qonunlari va ildizlar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Asosiy daraja qonunlarini (ko'paytirish, bo'lish, daraja-daraja) qo'llay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Manfiy va nol darajalarni to'g'ri talqin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Ildizlarni darajaga (rational exponent) aylantira 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Asosiy daraja qonunlari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Manfiy va nol darajalar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Ildizlar va rational exponent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10/104  •  Math: daraja qonunlari va ildizlar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Asosiy daraja qonunlari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Ko'paytirish: a^m x a^n = a^(m+n).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Bo'lish: a^m / a^n = a^(m-n).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Daraja-daraja: (a^m)^n = a^(mn).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10/104  •  Math: daraja qonunlari va ildizlar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Manfiy va nol darajalar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qanday son (noldan farqli) ning 0-darajasi 1 ga teng: a^0 = 1.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Manfiy daraja — teskari songa o'tishni bildiradi: a^(-n) = 1/a^n.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qoidalar SAT'da ifodalarni soddalashtirish savollarida tez-tez ishlatiladi.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10/104  •  Math: daraja qonunlari va ildizlar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Ildizlar va rational exponent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Kvadrat ildiz — √a = a^(1/2); kub ildiz — ∛a = a^(1/3).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Umumiy holda: n-darajali ildiz a^(1/n) ga teng.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ildiz ifodalari: a^(m/n) = (n-darajali ildiz a)^m.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Maslahat: ildizli ifodalarni darajaga aylantirish ko'pincha soddalashtirishni osonlashtiradi.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10/104  •  Math: daraja qonunlari va ildizlar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x^3 x x^5 ni soddalashtiring va natijani x^(1/2) ga bo'ling.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x^3 x x^5 = x^(3+5) = x^8.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x^8 / x^(1/2) = x^(8 - 1/2) = x^(15/2).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x^(15/2).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daraja qonunlarini qo'llash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ildizni rational exponent shaklida yozish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Aralash daraja-ildiz ifodalarini soddalashtirish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10/104  •  Math: daraja qonunlari va ildizlar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Daraja qonunlari: ko'paytirish (qo'shiladi), bo'lish (ayiriladi), daraja-daraja (ko'paytiriladi)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a^0 = 1, a^(-n) = 1/a^n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Ildiz = rational exponent: a^(1/n)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 ta daraja qonunlari mashqini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Ildiz-daraja aylanishi bo'yicha 5 mashq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qilingan misollarni error log'ga yozish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