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7500000">
            <a:off x="8778240" y="4297680"/>
            <a:ext cx="4754880" cy="420624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7500000">
            <a:off x="10058400" y="5120640"/>
            <a:ext cx="2926080" cy="2560320"/>
          </a:xfrm>
          <a:prstGeom prst="triangle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2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Diagnostika testi — RW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14427"/>
                </a:solidFill>
                <a:latin typeface="Calibri"/>
              </a:rPr>
              <a:t>1-hafta   •   0-bosqich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Ushbu darsda siz to'liq Reading &amp; Writing bo'limini real test sharoitida vaqt bilan yechib, hozirgi boshlang'ich darajangizni aniqlaysiz.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Diagnostika testi — RW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O'zining RW bo'yicha boshlang'ich ball darajasini biladi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Real test vaqtida ishlash tezligini his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Qiyinchilik tug'diradigan savol turlarini ro'yxatga oladi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Diagnostikaning maqsadi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Test sharoitini real holatga yaqinlashtirish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Test paytida qanday yozib borish kerak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2/104  •  Diagnostika testi — RW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Diagnostikaning maqsadi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Diagnostika — yakuniy ball emas, balki hozirgi boshlang'ich nuqtangizni ko'rsatuvchi 'xarita'.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Natija past chiqsa ham xavotir olmang — bu butun dasturning boshlang'ich nazorat nuqtasi, hali 103 dars oldinda.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Diagnostika natijalari shaxsiy o'quv rejani tuzishda asos bo'ladi (4-darsda batafsil tahlil qilinadi).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2/104  •  Diagnostika testi — RW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sharoitini real holatga yaqinlashtirish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Telefon va boshqa chalg'ituvchi narsalarni uzoqlashtiring, tanaffussiz, uzluksiz ishlang.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Bluebook'ning rasmiy vaqt taymerini ishlatib, 2 modulni ketma-ket (10 daqiqalik tanaffus bilan) yeching.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54 savolga jami 64 daqiqa — bu taxminan 71 soniya/savol degani.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2/104  •  Diagnostika testi — RW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paytida qanday yozib borish kerak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qiynalgan savolni 'Mark for Review' tugmasi bilan belgilab boring.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Qiyin savol turini (masalan: lug'at, grammatika, grafik o'qish) qisqacha eslab qoling — keyingi tahlil darsida kerak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Hech qachon savolni bo'sh qoldirmang — SAT'da noto'g'ri javob uchun ball ayirilmaydi, shuning uchun har doim taxmin qiling.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7325F"/>
                </a:solidFill>
                <a:latin typeface="Calibri"/>
              </a:rPr>
              <a:t>Muhim qoida: 'bo'sh javob = yo'qotilgan imkoniyat'. Hatto ishonchsiz bo'lsangiz ham, eng mantiqiy variantni belgilang.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2/104  •  Diagnostika testi — RW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RW modulida 27 savolga 32 daqiqa berilgan. O'rtacha bir savolga qancha vaqt ajratish kerak?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32 daqiqani soniyaga aylantiramiz: 32 x 60 = 1920 soniya.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1920 ni 27 ga bo'lamiz: 1920 / 27 ≈ 71 soniya.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har bir savolga taxminan 71 soniya (~1 daqiqa 11 soniya).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RW diagnostika testini Bluebook orqali yechish (54 savol, 64 daqiqa)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qiyin savolni belgilab borish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tugagach darrov natijani yozib qo'yish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2/104  •  Diagnostika testi — RW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Diagnostika — boshlang'ich nuqta, yakuniy hukm emas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savolga ≈71 soniya, hech qachon bo'sh qoldirmang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Qiyin savol turlarini belgilab borish keyingi tahlil uchun asos bo'ladi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Bugun qo'shimcha mashq qilmasdan, sifatli dam olish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Ertangi Math diagnostika uchun kalkulyator (Desmos) ilovasini oldindan ko'rib chiqish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Test paytida qiyin bo'lgan 3-5 savol turini yozib qo'yish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