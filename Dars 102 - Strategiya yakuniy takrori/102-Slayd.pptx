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102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Strategiya yakuniy takrori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34-hafta   •   4-bosqich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vaqt boshqaruvi, elimination, belgilash-qaytish va stress boshqaruvi strategiyalarini yakuniy marta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Strategiya yakuniy takrori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vaqt boshqaruvi strategiyalarini ishonchli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Elimination va aqlli taxmin texnikalarini mustahkamlaydi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Stressni boshqarish texnikalarini biladi va qo'llashga tayyor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Vaqt boshqaruvi strategiyalari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Elimination va taxmin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Belgilash va qaytish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Stress boshqaruvi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Vaqt boshqaruvi strategiyalari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 (~70 soniya/savol) va Math (~95 soniya/savol, modulga qarab) uchun vaqt me'yorlarini yakuniy marta yodga olish.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boshida tezroq, oxiriga yaqin ehtiyotkorroq ishlash tamoyilini qaytadan mustahkamlash.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savolga 2 baravar ko'p vaqt ketsa — BELGILAB O'TISH va keyinroq qaytish qoidasi.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Elimination va taxmin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Noto'g'ri javoblarni AVVAL chiqarib tashlash, so'ng qolgan variantlardan tanlash strategiyasini qaytadan mashq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2 variantgacha qisqartirilgan bo'lsa-yu vaqt tugab qolsa, ENG MANTIQIY taxmin bilan javob belgilash (SAT'da noto'g'ri javob uchun jarima yo'q).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Hech qachon savolni BO'SH qoldirmaslik — bu qoidaning eng muhim qismi.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SAT'da har bir savolga javob belgilash har doim foydali, chunki noto'g'ri javob uchun ball ayirilmaydi.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Belgilash va qaytish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'Mark for Review' funksiyasidan qanday foydalanish (faqat HAQIQATAN noaniq savollarda) qaytadan mustahkamlanadi.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oxirida, qolgan vaqtni belgilangan savollarga qaytish uchun ishlatish tartibini mashq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Modulni YAKUNLASHDAN oldin, barcha savollarga javob belgilanganini tekshirish odatini mustahkamlash.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Stress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tashvish sezilganda, chuqur nafas olish (4 soniya nafas olish, 4 soniya ushlab turish, 4 soniya chiqarish) texnikasi.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Qiyin savolda qotib qolmaslik — belgilab o'tib, keyingi savolga o'tish qarorini TEZ qabul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O'z-o'ziga ijobiy, ishonchli ichki dialog yuritish ('men tayyorman, men buni mashq qilganman') ahamiyati.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Modulda 5 daqiqa qoldi, 3 savol bor, biri juda murakkab ko'rinadi.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Avval ikki nisbatan oson savolni tezda yechib, ballarni 'qo'lga olamiz'.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Murakkab savolda elimination orqali variantlarni 2 taga qisqartiramiz.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Vaqt tugashiga yaqin, eng mantiqiy taxminni belgilab, BARCHA savollarga javob bo'lganini tasdiqlaymiz.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Barcha strategiyalarni qamrab oluvchi aralash mashq (RW+Math, 20-25 savol)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Vaqt me'yorlarini qattiq nazorat qilib, har savolga sarflangan vaqtni kuzatish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Stress boshqaruvi texnikasini (nafas olish) amaliy mashq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102/104  •  Strategiya yakuniy takrori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Barcha asosiy strategiyalar endi yakuniy marta mustahkamlandi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Hech qachon savolni bo'sh qoldirmaslik — eng muhim, oddiy qoida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Endi navbat — to'liq test kuni simulyatsiyasiga (103-dars)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Yengil aralash mashq — strategiyalarni avtomatik qo'llashni mustahkamlash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Nafas olish texnikasini kunlik, test bilan bog'liq bo'lmagan vaziyatlarda ham mashq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101-darsdagi formulalar varag'ini yana bir marta ko'zdan kechirish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