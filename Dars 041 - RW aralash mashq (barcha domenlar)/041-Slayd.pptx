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41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RW aralash mashq (barcha domenlar)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11-hafta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Information &amp; Ideas, Craft &amp; Structure, SEC va Expression of Ideas domenlarining barchasini aralash holda qo'llashni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RW aralash mashq (barcha domenlar)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RW domenlarini bir mashqda yaxlit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Savol turini darhol tanib, mos strategiyaga o'tadi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O'zining zaif domenlarini aniq belgilaydi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Barcha RW domenlari aralash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Savol turini tez tanish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Domenlar orasida o'tish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Zaif domenlarni aniqlash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Barcha RW domenlari aralash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Digital SAT RW bo'limi 4 domendan iborat: Information &amp; Ideas, Craft &amp; Structure, Standard English Conventions, Expression of Ideas.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Real testda bu domenlar TASODIFIY tartibda aralashtirilgan holda keladi, alohida bo'limlarga ajratilmagan.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Aralash mashq — barcha 13–40-darslarda o'rganilgan strategiyalarni bir vaqtda eslab qolish va qo'llashni talab 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Savol turini tez tanish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savolni o'qishning birinchi 5 soniyasida turini (bo'sh joy/vazifa/dalil/punktuatsiya/transition) aniqlang.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 aniqlangach, mos strategiya AVTOMATIK tarzda ishga tushishi kerak — bu mashq orqali shakllanadi.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savol turini aniqlay olmasangiz, savol matnini qayta diqqat bilan o'qing — shoshilmang.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Domenlar orasida o'tish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 domendan ikkinchisiga o'tishda 'qolip almashtirish' (mindset switch) zarur — masalan, mazmun tahlilidan grammatika tahliliga.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ko'nikma faqat KO'P aralash mashq orqali avtomatlashadi, alohida domen mashqlari bilan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25 savolli aralash mashq — bu o'tishni real test sharoitiga yaqinlashtiradi.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aralash mashq maqsadi — domenlarni alohida bilish emas, ularni TASODIFIY tartibda tez aniqlash va qo'llash.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Zaif domenlarni aniqlash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davomida har bir domen bo'yicha to'g'ri/noto'g'ri sonini alohida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past natija ko'rsatgan domen — 42-44-darslardagi yakuniy takrorda ustuvor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ma'lumotni shaxsiy progress jadvaliga aniq yozib qo'ying.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Aralash to'plamda bir savol punktuatsiyaga, ikkinchisi Words in Context'ga, uchinchisi transition'ga oid bo'ladi — barchasi ketma-ket, oraliqsiz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savolni o'qishdan oldin turini aniqlaymiz (kalit so'zlarga qarab).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Mos strategiyani darhol qo'llaymiz — domen almashsa ham qolipni tezda o'zgartiramiz.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Javobni belgilab, keyingi savolga o'tamiz, oldingi domen haqida o'ylamaymiz.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25 ta aralash savolni (barcha 4 domendan)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ovoz chiqarib tezda aniqlash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Domenlar bo'yicha natijani jadvalga yozib borish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41/104  •  RW aralash mashq (barcha domenlar)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Real testda domenlar tasodifiy aralash keladi — tez tanish zarur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Qolip almashtirish ko'nikmasi faqat aralash mashq orqali shakllanadi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statistika — keyingi yakuniy takror yo'nalishini belgilaydi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25 ta aralash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Domenlar bo'yicha to'g'ri/noto'g'ri statistikasini progress jadvaliga kiritish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zaif domendan qo'shimcha 10 savol tanlab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