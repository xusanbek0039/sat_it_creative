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uble Wave 1"/>
          <p:cNvSpPr/>
          <p:nvPr/>
        </p:nvSpPr>
        <p:spPr>
          <a:xfrm>
            <a:off x="-365760" y="5760720"/>
            <a:ext cx="12893040" cy="128016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40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Rhetorical Synthesis — amaliyot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B5B89"/>
                </a:solidFill>
                <a:latin typeface="Calibri"/>
              </a:rPr>
              <a:t>10-hafta   •   1-bosqich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turli maqsad turlari (taqqoslash, umumlashtirish) va ko'p eslatmali murakkab savollarni tezlik bilan mashq qilasiz.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Rhetorical Synthesis — amaliyot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Turli maqsad turlarini (taqqoslash, umumlashtirish, sabab-natija) farqlaydi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Ko'p eslatmali murakkab savollarni ishonchli yechadi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Rhetorical Synthesis savollarini tez yechadi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EB5B89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Turli maqsad turlari (taqqoslash, umumlashtirish)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EB5B89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Ko'p eslatmali savollar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EB5B89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Maqsadga mos kelmaydigan tuzoqlar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EB5B89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Tezlik mashqi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40/104  •  Rhetorical Synthesis — amaliyot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Turli maqsad turlari (taqqoslash, umumlashtirish)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Taqqoslash maqsadi — ikki narsa orasidagi FARQ yoki O'XSHASHLIKni ko'rsatishni talab qiladi.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Umumlashtirish maqsadi — bir nechta bulletni BIR XULOSAGA jamlab ifodalashni talab qiladi.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Sabab-natija maqsadi — bulletlar orasidagi sabab va oqibat bog'lanishini ko'rsatishni talab qiladi.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40/104  •  Rhetorical Synthesis — amaliyot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Ko'p eslatmali savollar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Ba'zi savollarda 4–5 ta bullet beriladi — bularning barchasini diqqat bilan o'qib, MAQSADGA tegishlilarini ajratish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Ko'p bulletli savollarda vaqt ko'proq ketadi — avval maqsadni o'qib, keyin faqat tegishli bulletlarga qaytish tavsiya etiladi.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bulletni 'maqsadga mos/nomos' deb belgilab chiqish xatoni kamaytiradi.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40/104  •  Rhetorical Synthesis — amaliyot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Maqsadga mos kelmaydigan tuzoqlar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Variant barcha bulletlarni jamlaydi, lekin ortiqcha (maqsadga aloqasi yo'q) ma'lumotni ham qo'shadi — bu tuzoq.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Variant faqat QISMAN to'g'ri bulletlardan foydalanadi, maqsadni to'liq qamrab olmaydi — bu ham tuzoq.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Variant bulletlardagi raqam/faktni noto'g'ri keltiradi (masalan, raqamni almashtiradi) — diqqat bilan tekshiring.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7F2D83"/>
                </a:solidFill>
                <a:latin typeface="Calibri"/>
              </a:rPr>
              <a:t>Eslatma: har doim variantni bulletlar bilan SO'ZMA-SO'Z solishtiring — raqamlar va faktlarning aniqligini tekshirish muhim.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40/104  •  Rhetorical Synthesis — amaliyot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Tezlik mashqi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Rhetorical Synthesis savollari odatda 45-60 soniyada yechiladi, chunki o'qish vaqti kam (matn yo'q).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Maqsadni va bulletlarni tez skanerlash, keyin variantlarni solishtirish — eng samarali ketma-ketlik.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Vaqtni tejash uchun variantlarni o'qishdan oldin o'zingiz qisqa javob tuzib ko'rish foydali bo'lishi mumkin.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40/104  •  Rhetorical Synthesis — amaliyot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Bulletlar: 'A maktabda 200 talaba', 'B maktabda 350 talaba', 'Ikkala maktab ham xususiy'. Maqsad: 'ikki maktab hajmini taqqoslash uchun'.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F2D83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Maqsad — taqqoslash, demak talaba soni bulletlari kerak (200 va 350).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'Ikkala maktab xususiy' — taqqoslashga aloqasi yo'q, chetlatamiz.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To'g'ri javob: 'B maktabda A maktabga qaraganda ko'proq talaba bor (350 va 200)' kabi gap.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F2D83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15 ta Rhetorical Synthesis savolini vaqt bilan (timed)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Maqsad turlarini (taqqoslash/umumlashtirish/sabab-natija) tezda tasniflash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Ko'p bulletli savollarda tegishli/notegishli belgilash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40/104  •  Rhetorical Synthesis — amaliyot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Maqsad turi (taqqoslash/umumlashtirish/sabab-natija) javobning shaklini belgilaydi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Ko'p bulletli savollarda har birini mos/nomos deb belgilash xatoni kamaytiradi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Variantni bulletlar bilan so'zma-so'z solishtirish aniqlikni oshiradi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20 ta Rhetorical Synthesis savolini mustaqil, vaqt bilan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bir savolda maqsad turini avval yozib qo'yish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3 ta ko'p bulletli (5 ta) murakkab savolni alohida mashq qilish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