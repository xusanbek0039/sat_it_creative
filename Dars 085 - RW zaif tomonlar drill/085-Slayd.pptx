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48640"/>
            <a:ext cx="502920" cy="502920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188720"/>
            <a:ext cx="292608" cy="292608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463040"/>
            <a:ext cx="256032" cy="256032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02920"/>
            <a:ext cx="201168" cy="201168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85 / 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RW zaif tomonlar drill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29-hafta   •   3-bosqich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83-darsda aniqlangan eng zaif RW domeniga maqsadli, yuqori intensivlikdagi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RW zaif tomonlar drill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O'QUV NATIJASI: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Eng zaif RW domenidagi qoidalarni mustahkamlaydi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Takroriy xato naqshlarini tanib, ularni oldindan oldini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Zaif domen bo'yicha ishonchni va aniqlikni oshiradi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DARS REJASI: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Maqsadli mashq tanlash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Takroriy xato turlarini qayta ko'rish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Yuqori intensivlikdagi mashq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Ishonchni oshirish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85/104  •  RW zaif tomonlar drill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Maqsadli mashq tanlash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83-darsdagi tahlil natijasida aniqlangan ENG ZAIF domen (masalan, SEC yoki Craft &amp; Structure) bu darsning markazi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nechta domen teng darajada zaif bo'lsa, ular orasida vaqt teng taqsimlanadi.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Mashq savollari maxsus shu domen sub-mavzulariga (masalan, faqat vergul/run-on) yo'naltiriladi.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85/104  •  RW zaif tomonlar drill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Takroriy xato turlarini qayta ko'rish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Xatolar Daftaridagi shu domenga tegishli barcha yozuvlarni qayta o'qib chiqish.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xil turdagi xato bir necha marta takrorlangan bo'lsa, bu — chuqur concept bo'shlig'ini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Tegishli darsning (13-44 orasidan) qoidasini QAYTADAN, qisqacha o'z so'zlari bilan yozib chiqish foydali.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93185"/>
                </a:solidFill>
                <a:latin typeface="Calibri"/>
              </a:rPr>
              <a:t>Eslatma: bir xil xatoni 3+ marta takrorlash — bu sohada qo'shimcha, maqsadli vaqt sarflashning aniq belgisi.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85/104  •  RW zaif tomonlar drill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Yuqori intensivlikdagi mashq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25 ta savol FAQAT zaif domendan tanlanadi, boshqa domenlar bu darsda chetlab o'tiladi.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savolni yechishdan so'ng, DARHOL tekshirish va xato bo'lsa sababini aniqlash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miqdor emas, balki har bir xato keyingi safar TAKRORLANMASLIGI uchun chuqur tushunish.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85/104  •  RW zaif tomonlar drill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Ishonchni oshirish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Mashq oxirida, boshlang'ich va yakuniy aniqlikni (necha foiz to'g'ri) solishtirish — o'sishni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aniqlik sezilarli oshmagan bo'lsa, bu domen 89 va 96-darslarda yana ko'rib chiqiladi.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Kichik, lekin aniq o'sishni ko'rish — keyingi testlarga ishonchni oshiradi.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85/104  •  RW zaif tomonlar drill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SAVOL: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Zaif domen — SEC (punktuatsiya). Bir xil 'run-on gap' xatosi 3 marta takrorlandi.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YECHIM QADAMLARI: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Run-on gap qoidasini (29-30-darslardan) qaytadan o'qib chiqamiz.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Run-on'ni aniqlashning aniq belgisini (ikki mustaqil gap, bog'lovchisiz) yodda mustahkamlaymiz.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Xuddi shu turdagi 5 ta qo'shimcha savolni maqsadli yechib, xato takrorlanmasligini tekshiramiz.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DARSDA AMALIYOT: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25 ta savol — faqat eng zaif RW domenidan, diqqat bilan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savoldan keyin darhol tekshirish va sabab tahlili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Boshlang'ich va yakuniy aniqlikni solishtirish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85/104  •  RW zaif tomonlar drill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ASOSIY XULOSALAR: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Maqsadli drill — eng zaif domenga to'liq diqqatni jamlash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Takroriy xato turlari — chuqur concept bo'shlig'ining belgisi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Aniqlikning o'sishi — keyingi testlarga ishonchni oshiradi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UY VAZIFASI: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25 ta qo'shimcha savol — xuddi shu zaif domendan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 bugungi natijalar bilan yangilash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Aniqlik foizini progress jadvaliga yozish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