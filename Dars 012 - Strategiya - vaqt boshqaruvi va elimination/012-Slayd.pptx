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Strategiya: vaqt boshqaruvi va elimination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4-hafta   •   0-bosqich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butun test davomida vaqtni to'g'ri boshqarish va noto'g'ri javoblarni eliminatsiya qilish strategiyasi o'rgatiladi — bu 0-bosqichni yakunlovchi strategik dars.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Strategiya: vaqt boshqaruvi va elimination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bir modul uchun vaqt taqsimot rejasini tuza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Process of elimination usulini qo'llab to'g'ri javobni tezroq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Qiyin savolni o'tkazib, keyinroq qaytish strategiyasini biladi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Vaqtni modul bo'yicha boshqarish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Process of elimination (eliminatsiya usuli)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Qiyin savolni o'tkazib yuborish strategiyasi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12/104  •  Strategiya: vaqt boshqaruvi va elimination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Vaqtni modul bo'yicha boshqarish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modul boshida qancha vaqt borligini va nechta savol borligini tezda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'Checkpoint' usuli: modulning 1/3, 1/2, 3/4 qismida qancha savol qolgani va qancha vaqt borligini tekshirib boring.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checkpoint'da orqada qolsangiz — qolgan savollarga tezroq yondashish kerakligini bildiradi.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12/104  •  Strategiya: vaqt boshqaruvi va elimination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Process of elimination (eliminatsiya usuli)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javobni topishdan ko'ra, noto'g'ri javoblarni rad etish ko'pincha tezroq va ishonchli.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variantni matn/masala bilan solishtirib, aniq zid bo'lganlarini birinchi bo'lib chiqarib tashlang.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 variant qolganda, ular orasidagi farqga e'tibor qaratish to'g'ri javobni topishni osonlashtiradi.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Eliminatsiya ayniqsa Reading &amp; Writing'ning Craft &amp; Structure savollarida juda samarali.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12/104  •  Strategiya: vaqt boshqaruvi va elimination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Qiyin savolni o'tkazib yuborish strategiyasi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savol 20-30 soniyada yechilmasa, 'Mark for Review' qilib keyingisiga o'ting.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oxirida qolgan vaqtda belgilangan savollarga qaytish.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strategiya — vaqt yo'qotib, oson savollarni qoldirib ketishning oldini oladi.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12/104  •  Strategiya: vaqt boshqaruvi va elimination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Modulda 27 savol va 32 daqiqa bor. 15-savolga kelganingizda soat necha daqiqani ko'rsatishi kerak (taxminan)?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Bir savolga o'rtacha vaqt: 32/27 ≈ 1.19 daqiqa.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savolga sarflanishi kerak bo'lgan vaqt: 15 x 1.19 ≈ 17.8 daqiqa.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taxminan 17-18 daqiqa o'tgan bo'lishi kerak (14 daqiqacha qolgan).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Qisqa (15 savolli) aralash mashqni checkpoint usuli bilan vaqt nazorati ostida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savolda faqat eliminatsiya usuli bilan javob topish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Qiyin 3 savolni belgilab o'tkazib, oxirida qaytish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12/104  •  Strategiya: vaqt boshqaruvi va elimination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Checkpoint usuli — vaqtdan orqada qolmaslik uchun nazorat vositasi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Eliminatsiya — to'g'ri javobni topishdan ko'ra tezroq bo'lishi mumkin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Qiyin savolni belgilab o'tish — vaqtni tejashning kaliti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'checkpoint jadvali' tuzish (har modul uchun 25%, 50%, 75% nazorat nuqtalari)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qiyin savolda faqat eliminatsiya usulini qo'llab mashq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0-bosqich davomida o'rganilgan barcha mavzularni qisqacha qaytarish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