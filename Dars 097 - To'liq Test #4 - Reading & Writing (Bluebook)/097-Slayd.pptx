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822960"/>
            <a:ext cx="5120640" cy="512064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554480"/>
            <a:ext cx="3657600" cy="3657600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97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To'liq Test #4 — Reading &amp; Writing (Bluebook)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33-hafta   •   4-bosqich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oxirgi to'liq RW testini topshirib, test kuni rejimini sinaysiz va xotirjamlik bilan ishlashni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To'liq Test #4 — Reading &amp; Writing (Bluebook)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RW bo'limini to'rtinchi va oxirgi marta to'liq topshiradi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Test kuni rejimini (vaqt, tartib, sharoit) real sinab ko'radi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Maqsad balga yaqinlikni yakuniy marta baholaydi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Test kuni rejimini sinash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Xotirjamlik mashqi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Maqsadga yaqinlikni baholash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Test yakunida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97/104  •  To'liq Test #4 — Reading &amp; Writing (Bluebook)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kuni rejimini sinash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testni AYNAN test kuni vaqtida (ertalab) va xuddi shu davomiylikda topshirish tavsiya etiladi.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Telefon, qo'shimcha qog'oz, oziq-ovqat — barchasi real test kuni qoidalariga mos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— 103-darsdagi to'liq simulyatsiyadan OLDIN, kichikroq miqyosda sinov.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97/104  •  To'liq Test #4 — Reading &amp; Writing (Bluebook)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Xotirjamlik mashqi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To'rtinchi marta to'liq test topshirish — endi tajriba va ishonch ANCHA yuqori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hamon tashvish sezilsa, chuqur nafas olish va 'men tayyorman' degan ichki dialog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Natija — endi raqamdan ko'ra, JARAYONNING qanchalik silliq o'tishini kuzatish muhimroq.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D4B5C"/>
                </a:solidFill>
                <a:latin typeface="Calibri"/>
              </a:rPr>
              <a:t>Eslatma: bu — oxirgi to'liq RW simulyatsiyasi, shuning uchun natija qanday bo'lishidan qat'i nazar, JARAYONGA e'tibor bering.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97/104  •  To'liq Test #4 — Reading &amp; Writing (Bluebook)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Maqsadga yaqinlikni baholash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To'rt RW test natijasini (81, 87, 93, 97-dars) birga ko'rib, umumiy YAKUNIY trend aniqlanadi.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— 99-darsdagi yakuniy tahlil uchun eng so'nggi va eng muhim ma'lumot nuqtasi.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Katta o'zgarish kutilmaydi — bu bosqichda maqsad BARQARORLIKNI tasdiqlash.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97/104  •  To'liq Test #4 — Reading &amp; Writing (Bluebook)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yakunida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tugagach, o'zining tayyorgarligi haqida XOTIRJAM, real fikr shakllantirish.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Bugun ham Math bo'limi (98-dars) davom etadi — to'liq dam olishga hali shoshilmaslik.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Yakuniy tahlil ikkala bo'lim tugagandan keyin, 99-darsda amalga oshiriladi.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97/104  •  To'liq Test #4 — Reading &amp; Writing (Bluebook)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Test boshida, bir necha daqiqa tashvish sezildi, lekin keyin barqarorlashdi.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— normal holat, to'rt marta tajriba his-tuyg'ularni to'liq yo'qotmaydi.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Diqqatni nafas olishga va birinchi savolga jamlab, tezda barqarorlashtiramiz.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davomida bu tajribani keyingi safar uchun (real test kuni) eslab qolamiz.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RW bo'limini Bluebook'da to'rtinchi va oxirgi marta topshirish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kuni rejimini (vaqt, sharoit) imkon qadar real sinash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taassurotini qisqacha, xotirjam tahlil qilish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97/104  •  To'liq Test #4 — Reading &amp; Writing (Bluebook)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To'rtinchi RW testi — test kuni rejimini sinash va xotirjamlikni mashq qilish imkoniyati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Endi diqqat natijadan ko'ra JARAYONGA qaratiladi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Yakuniy tahlil — ikkala bo'lim tugagandan keyin, 99-darsda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Dam olish — Math bo'limi (98-dars) oldidan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Test #4 RW taassurotini qisqacha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Ertangi Math test uchun yengil, xotirjam tayyorgarlik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