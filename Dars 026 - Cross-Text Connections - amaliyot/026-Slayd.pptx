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uble Wave 1"/>
          <p:cNvSpPr/>
          <p:nvPr/>
        </p:nvSpPr>
        <p:spPr>
          <a:xfrm>
            <a:off x="-365760" y="5760720"/>
            <a:ext cx="12893040" cy="128016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26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Cross-Text Connections — amaliyot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5B89"/>
                </a:solidFill>
                <a:latin typeface="Calibri"/>
              </a:rPr>
              <a:t>7-hafta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murakkab pozitsiyalar va yashirin (implied) munosabatlarni o'z ichiga olgan cross-text savollarini chuqur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Cross-Text Connections — amaliyot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Murakkab, to'g'ridan-to'g'ri aytilmagan pozitsiyalarni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Ikki muallif nuqtai nazarini aniq taqqoslaydi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Cross-text tuzoq javoblardan saqlanadi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Murakkab pozitsiyalar bilan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Yashirin (implied) munosabatlar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Ikki muallif nuqtai nazarini taqqoslash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Tuzoq javoblar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26/104  •  Cross-Text Connections —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Murakkab pozitsiyalar bilan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matnlarda muallif bir nechta kichik fikr bildiradi — ulardan ASOSIYSINI aniqlash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matnlarda muallif pozitsiyasi matn davomida birgalikda RIVOJLANISHI mumkin — boshidagi va oxiridagi fikr farqli bo'lishi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Bunday hollarda matnning YAKUNIY pozitsiyasiga ko'proq e'tibor bering.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26/104  •  Cross-Text Connections —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Yashirin (implied) munosabatlar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Ba'zan muallif o'z pozitsiyasini to'g'ridan-to'g'ri aytmaydi, balki so'z tanlovi va ohang orqali bildiradi.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Yashirin pozitsiyani topish uchun, muallif qaysi tomonni qo'llab-quvvatlovchi so'zlar ishlatganini kuzating.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Sarkazm yoki ehtiyotkor til ishlatilgan joylarga alohida e'tibor bering — bular pozitsiya signali bo'lishi mumkin.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26/104  •  Cross-Text Connections —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Ikki muallif nuqtai nazarini taqqoslash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Taqqoslashda faqat XULOSANI emas, balki har ikki muallifning DALILLASH USLUBINI ham solishtirish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ikki muallif bir xil xulosaga kelsa-yu, turli dalillarga asoslansa — bu ham muhim farq hisoblanadi.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variantlarini tekshirishda ikkala muallif pozitsiyasiga ALOHIDA-ALOHIDA mos kelishini tasdiqlang.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Maslahat: ikkita pozitsiyani aralashtirib yubormaslik uchun ularni qisqacha 'M1: ..., M2: ...' shaklida yozib qo'ying.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26/104  •  Cross-Text Connections —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Tuzoq javoblar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 faqat bir muallif pozitsiyasini to'g'ri tasvirlaydi, ikkinchisini noto'g'ri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 ikki muallif orasidagi farqni haddan tashqari KUCHAYTIRIB ko'rsatadi (aslida ular yaqinroq).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 matnda yo'q umumiy fikrni ikkala muallifga ham tegishli deb ko'rsatadi.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26/104  •  Cross-Text Connections —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Text 1 muallifi yangi qonunni ochiq qo'llab-quvvatlaydi. Text 2 muallifi qonunning ba'zi qoidalarini 'ehtiyotsizlik bilan tuzilgan' deb ataydi, lekin uni butunlay rad etmaydi. Savol: ikki muallif nuqtai nazarini taqqoslang.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M1: to'liq qo'llab-quvvatlash (ijobiy, sof).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M2: qisman tanqid (ba'zi qoidalarga shubha, lekin rad etmaydi) — bu yashirin 'qisman qarshi' pozitsiya.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M2 M1'dan farqli ravishda, qonunga ehtiyotkorroq, qisman tanqidiy yondashadi.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murakkab cross-text savolini vaqt bilan (timed)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matn uchun 'M1/M2' pozitsiya yozuvini qo'llash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Yashirin pozitsiya signallarini (so'z tanlovi, ohang) belgilash mashqi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26/104  •  Cross-Text Connections —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Pozitsiya matn davomida rivojlanishi mumkin — yakuniy fikrga e'tibor bering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Yashirin pozitsiyani so'z tanlovi va ohangdan o'qing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 pozitsiyani alohida yozib, aralashtirmaslik kalit ko'nikma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savolni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juft matnda yashirin pozitsiya signalini topib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Tuzoq javoblarni turkumlab (haddan tashqari kuchaytirilgan/noto'g'ri umumlashtirilgan) ro'yxat tuzish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