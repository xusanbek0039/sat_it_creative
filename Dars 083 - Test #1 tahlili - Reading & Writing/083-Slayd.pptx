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83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Test #1 tahlili — Reading &amp;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28-hafta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birinchi testdagi RW natijangizni domen bo'yicha chuqur tahlil qilib, zaif nuqtalarni aniq belgilaysiz.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Test #1 tahlili — Reading &amp; Writing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natijasini to'rt domen bo'yicha ajratib tahlil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bir xatoning aniq sababini (concept/careless/vaqt)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Zaif domenlarni Xatolar Daftariga yozib, ustuvorlik tartibida joylashtiradi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Natijani domen bo'yicha ajratish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Xato sababini aniqlash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Xatolar Daftariga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Ustuvorlikni belgilash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Natijani domen bo'yicha ajratish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 savolni to'rt RW domenidan (Craft &amp; Structure, Information &amp; Ideas, SEC, Expression of Ideas) biriga belgilash.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domen bo'yicha xato sonini alohida hisoblab, foiz nisbatda (xato/jami savol) ko'rsatish.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jadval — qaysi domenga ko'proq vaqt ajratish kerakligini OBYEKTIV ko'rsatadi.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 sababini aniqlash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Concept xatosi — qoidani umuman bilmaslik yoki noto'g'ri tushunish (masalan, transition turini bilmaslik).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Careless xatosi — qoidani bilsa ham, e'tiborsizlik tufayli noto'g'ri javob tanlash.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Vaqt xatosi — savolga yetib ulgurmaslik yoki shoshilib noto'g'ri qaror qabul qilish.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har bir xatoni FAQAT BITTA asosiy sababga bog'lash kerak — bu tahlilni aniq va amaliy qiladi, aks holda xulosalar chalkash bo'lib qoladi.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Xatolar Daftariga yozish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xato savol — savol matni, to'g'ri javob, nima uchun xato qilingani va to'g'ri qoidaning qisqacha yozilishi bilan daftarga kiritiladi.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Daftar — vaqt o'tishi bilan TAKRORLANUVCHI xato naqshlarini ko'rishga yordam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daftar 89, 95 va 96-darslarda qayta ko'rib chiqiladi va yangilanadi.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Ustuvorlikni belgilash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ko'p xato bo'lgan domen — keyingi mustaqil mashqlarda BIRINCHI ustuvorlik.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bir nechta domenda teng darajada xato bo'lsa, OSON tuzatiladigan (concept aniq) domendan boshlash strategik.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85-darsdagi 'RW zaif tomonlar drill' aynan shu tahlil natijasiga asoslanadi.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27 savoldan 6 tasi xato: 3 tasi SEC (punktuatsiya/grammatika), 2 tasi Craft &amp; Structure, 1 tasi Transitions.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Domen bo'yicha jadval tuzamiz: SEC=3, Craft &amp; Structure=2, Expression of Ideas=1.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SEC eng ko'p xato qilingan domen ekanini aniqlaymiz (50% xatolarning).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85-darsdagi drillni SEC (punktuatsiya/grammatika takror) ga yo'naltirishga qaror qilamiz.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#1 RW natijasini birgalikda, savol-savol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xatoni domen va sabab bo'yicha jadvalga kiritish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zaif 1-2 domenni aniq belgilash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83/104  •  Test #1 tahlili — Reading &amp; Writing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Domen bo'yicha tahlil — qaysi sohaga ko'proq vaqt kerakligini aniq ko'rsatadi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sababi (concept/careless/vaqt) — tuzatish usulini belgilaydi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 — butun tayyorgarlik davomida eng qimmatli vosita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zaif RW domenidan 20 ta qo'shimcha savol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 barcha bugungi xatolar bilan to'liq to'ldirish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domenga tegishli darslarni (13-44 orasidan) qaytadan ko'zdan kechirish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