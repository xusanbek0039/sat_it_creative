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22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74320"/>
            <a:ext cx="4206240" cy="420624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731520"/>
            <a:ext cx="3291840" cy="3291840"/>
          </a:xfrm>
          <a:prstGeom prst="ellipse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051560"/>
            <a:ext cx="2651760" cy="265176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89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Test #2 tahlili va solishtirish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30-hafta   •   3-bosqich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Test #1 va Test #2 natijalarini domen bo'yicha solishtirib, real o'sishni o'lchaysiz va rejani moslaysiz.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Test #2 tahlili va solishtirish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Ikki test natijasini domen bo'yicha to'g'ridan-to'g'ri solishtiradi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Qaysi domenlarda o'sish, qaysilarida saqlanib qolgan zaiflik borligini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Qolgan tayyorgarlik rejasini natijalarga moslab to'g'rilaydi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Ikki testni domen bo'yicha solishtirish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Ball kuzatuviga kiritish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Saqlanib qolgan zaif nuqtalar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Rejani korreksiya qilish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89/104  •  Test #2 tahlili va solishtirish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Ikki testni domen bo'yicha solishtirish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#1 va Test #2 dagi har domen (4 RW + 4 Math domen) bo'yicha xato sonini yonma-yon jadvalga joylashtirish.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domenda XATO SONI kamaygan bo'lsa — bu aniq o'sish belgisi, drill samarali bo'lgan.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biror domenda xato soni o'zgarmagan yoki oshgan bo'lsa — bu domen CHUQURROQ e'tibor talab qiladi.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89/104  •  Test #2 tahlili va solishtirish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Ball kuzatuviga kiritish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ikki test umumiy balli (taxminiy) Ball Kuzatuvi jadvaliga kiritiladi — vaqt o'tishi bilan trend ko'rinadi.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Ballarning o'sish SUR'ATI — qolgan vaqt ichida maqsad balga yetish ehtimolini baholashga yordam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o'sish sur'ati sekin bo'lsa, qolgan haftalarda intensivlikni oshirish kerak bo'lishi mumkin.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4A2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ikki test orasidagi farq — tasodifiy tebranish bo'lishi ham mumkin, shuning uchun 93-94-darsdagi Test #3 yana muhim tasdiqlovchi ma'lumot beradi.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89/104  •  Test #2 tahlili va solishtirish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Saqlanib qolgan zaif nuqtalar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testda HAM xato qilingan domen/sub-mavzu — bu eng YUQORI ustuvorlikka ega bo'shliq hisoblanadi.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Bunday saqlanib qolgan zaifliklar uchun, oddiy drill yetarli emasligi mumkin — tegishli darsni TO'LIQ qaytadan o'rganish kerak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90-darsdagi aralash drill aynan shu saqlanib qolgan zaifliklarga alohida urg'u beradi.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89/104  •  Test #2 tahlili va solishtirish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Rejani korreksiya qilish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biror domen kutilganidan yaxshi natija ko'rsatgan bo'lsa, unga ajratilgan vaqtni qisqartirib, zaif domenlarga ko'chirish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Qolgan haftalar (91-104-dars) rejasi — shu tahlil asosida moslashtiriladi.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ball va joriy o'sish sur'ati orasidagi farqni real baholash — keyingi qadamlarni belgilaydi.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89/104  •  Test #2 tahlili va solishtirish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Test #1da SEC xatosi=3, Test #2da SEC xatosi=1. Advanced Math'da esa ikki testda ham xato=2.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SEC domenida sezilarli o'sish (3→1) ko'ramiz — 85-darsdagi drill samarali bo'lgan.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Advanced Math'da o'zgarish yo'q (2→2) — bu domen SAQLANIB QOLGAN zaiflik.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Qolgan reja: SEC'ga kamroq vaqt, Advanced Math'ga ko'proq, chuqurroq vaqt ajratamiz.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#1 va Test #2 natijalarini birgalikda, domen bo'yicha solishtirma jadvalga joylashtirish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Saqlanib qolgan zaif domen/sub-mavzularni aniq belgilash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Ball Kuzatuvi jadvalini ikki test natijasi bilan yangilash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89/104  •  Test #2 tahlili va solishtirish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-502920"/>
            <a:ext cx="1645920" cy="1645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test solishtirmasi — qaysi drill samarali, qaysi domen chuqurroq ishlov talab qilishini ko'rsatadi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Saqlanib qolgan zaiflik — eng yuqori ustuvorlikka ega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Reja doimo real natijalarga moslab yangilanishi kerak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Saqlanib qolgan zaif mavzudan 30 ta savol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Daftarini ikki test bo'yicha to'liq yangilash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Qolgan haftalar uchun shaxsiy reja qaydnomasini yozish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