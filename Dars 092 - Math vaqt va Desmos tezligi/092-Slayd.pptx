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0" y="0"/>
            <a:ext cx="91440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7B5DC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92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Math vaqt va Desmos tezligi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7B5DC"/>
                </a:solidFill>
                <a:latin typeface="Calibri"/>
              </a:rPr>
              <a:t>30-hafta   •   3-bosqich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Math bo'limida vaqtni boshqarish, Desmos tezligini va taxmin (estimation) texnikalarini mustahkamlaysiz.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Math vaqt va Desmos tezligi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O'QUV NATIJASI: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Desmosdan tez va aniq foydalanadi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Taxmin texnikalaridan strategik foydalanadi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Savol tartibini o'ziga moslab boshqaradi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DARS REJASI: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Desmos bilan tezlik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Taxmin (estimation) texnikalari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Savol tartibini boshqarish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Timed drill maqsadi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92/104  •  Math vaqt va Desmos tezligi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Desmos bilan tezlik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Desmosga funksiyani kiritish, slider qo'shish va kesishish nuqtasini topish amallarini AVTOMATLASHTIRISH darajasida tez bajarish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Desmos amali uchun sarflanadigan vaqtni qisqartirish — modul davomida sezilarli vaqt tejaydi.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Mashq qilingan, tanish Desmos 'workflow'lari (masalan, sistema yechish ketma-ketligi) tezlikni oshiradi.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92/104  •  Math vaqt va Desmos tezligi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Taxmin (estimation) texnikalari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Ba'zi savollarda, aniq hisoblashdan oldin javob variantlarini KO'ZDAN KECHIRIB, mantiqsiz variantlarni chiqarib tashlash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Grafik savollarida, aniq qiymatlarni hisoblashdan oldin, grafikning UMUMIY shaklidan (o'sish/kamayish, ishora) taxmin qilish tezroq yo'l beradi.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Taxmin — final javob emas, balki noto'g'ri variantlarni TEZDA elimanatsiya qilish vositasi.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623560"/>
            <a:ext cx="10881360" cy="566928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39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1F7A68"/>
                </a:solidFill>
                <a:latin typeface="Calibri"/>
              </a:rPr>
              <a:t>Eslatma: taxmin texnikasi ayniqsa ko'p tanlovli (multiple choice emas, lekin variant chegaralangan) savollarda vaqtni sezilarli tejaydi.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92/104  •  Math vaqt va Desmos tezligi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Savol tartibini boshqarish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Modul ichida savollar tartib bo'yicha kelishi shart emas — agar bir savol qiyin tuyulsa, uni belgilab, oldinga o'tish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O'zining KUCHLI tomonlaridagi savollarni avval yechib, ishonchni oshirib olish strategik foyda beradi.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Qiyin savollarni oxiriga qoldirish — ular uchun YETARLI vaqt qolishini hisobga olib rejalashtiriladi.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92/104  •  Math vaqt va Desmos tezligi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Timed drill maqsadi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darsdagi drill — real modul uzunligi va vaqtida (22 savol/35 daqiqa) o'tkaziladi.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Maqsad — Desmos va taxmin texnikalarini vaqt bosimi ostida AVTOMATIK qo'llashni mustahkamlash.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Natija — qolgan to'liq testlar (93-94-dars) uchun ishonchni oshiradi.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92/104  •  Math vaqt va Desmos tezligi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SAVOL: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Savolda funksiya grafigi pasaymoqda (kamayuvchi), variantlardan ikkisi musbat slope ko'rsatadi.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7A68"/>
                </a:solidFill>
                <a:latin typeface="Calibri"/>
              </a:rPr>
              <a:t>YECHIM QADAMLARI: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Grafik kamayuvchi ekanini ko'rib, slope MANFIY bo'lishi kerakligini taxmin qilamiz.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Musbat slope ko'rsatadigan ikki variantni darhol chiqarib tashlaymiz.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Qolgan variantlar orasida aniq hisoblash bilan to'g'ri javobni tanlaymiz.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7A68"/>
                </a:solidFill>
                <a:latin typeface="Calibri"/>
              </a:rPr>
              <a:t>DARSDA AMALIYOT: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Timed Math drill: 22 savol, 35 daqiqa, real modul sharoitida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Desmos workflow'larini tezlashtirish mashqi (5 ta savol, vaqt o'lchab)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Taxmin texnikasi bilan 5 ta savolda noto'g'ri variantlarni tezda elimanatsiya qilish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92/104  •  Math vaqt va Desmos tezligi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ASOSIY XULOSALAR: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Desmos workflow'larini avtomatlashtirish — modul davomida vaqt tejaydi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Taxmin — to'g'ri javobni topish emas, noto'g'rilarni tezda chiqarib tashlash vositasi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Savol tartibini o'ziga moslab boshqarish — ishonch va vaqtni optimallashtiradi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UY VAZIFASI: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Timed Math mashq: 22 savol (real sharoitda, mustaqil)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Natijani vaqt va Desmos samaradorligi bo'yicha tahlil qilish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Taxmin texnikasi qo'llangan savollarni alohida belgilab, samarasini baholash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