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34242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7 / 104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Ingliz tili: faol o'qish texnikasi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34242"/>
                </a:solidFill>
                <a:latin typeface="Calibri"/>
              </a:rPr>
              <a:t>3-hafta   •   0-bosqich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SAT Reading matnlarini tezroq va chuqurroq tushunish uchun faol o'qish (active reading) strategiyalari o'rgatiladi.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Ingliz tili: faol o'qish texnikasi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Matnni o'qishdan oldin tezkor 'skim' qila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Asosiy fikr (main idea) va tafsilotlarni (details) ajrata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Matnga belgilar (annotation) qo'yib o'qish texnikasini qo'llaydi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Nima uchun faol o'qish kerak?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Annotatsiya (belgilash) texnikasi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34242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Asosiy fikr va tafsilotlarni ajratish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7/104  •  Ingliz tili: faol o'qish texnikasi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Nima uchun faol o'qish kerak?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 Reading matnlari qisqa (25-150 so'z), lekin har bir so'z muhim ahamiyatga ega.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Passiv o'qish — matnni shunchaki ko'zdan kechirish; faol o'qish — savol berib, javob izlab o'qish.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Faol o'qish vaqtni tejaydi, chunki qaytib-qaytib o'qishga ehtiyoj kamayadi.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7/104  •  Ingliz tili: faol o'qish texnikasi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Annotatsiya (belgilash) texnikasi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Asosiy fikrni ifodalovchi gapni chizib qo'ying yoki yulduzcha qo'ying.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Kontrast so'zlarni (however, but, although, despite) doiraga oling — bu ko'pincha muhim fikr o'zgarishini bildiradi.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Misol/dalil keltirilgan joylarni 'ex' belgisi bilan ko'rsating.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D02C45"/>
                </a:solidFill>
                <a:latin typeface="Calibri"/>
              </a:rPr>
              <a:t>Digital SAT'da matnga to'g'ridan-to'g'ri belgi qo'yish (highlight) imkoniyati mavjud — undan foydalaning.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7/104  •  Ingliz tili: faol o'qish texnikasi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Asosiy fikr va tafsilotlarni ajratish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Main idea — matn nima haqida ekanligini umumlashtiruvchi bitta jumla.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Supporting details — main idea'ni isbotlash/tushuntirish uchun keltirilgan misollar, dalillar.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D02C4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O'zingizdan so'rang: 'Agar bu matnni 1 jumlada aytsam, nima derdim?' — javob main idea bo'ladi.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7/104  •  Ingliz tili: faol o'qish texnikasi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Matnda: 'Many believed the theory was flawless. However, recent data revealed significant gaps.' Bu yerda qaysi so'z fikr o'zgarishini bildiradi?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Gapni diqqat bilan o'qib, kontrast bildiruvchi so'zni qidiramiz.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'However' so'zi oldingi fikrga zid fikr kelishini bildiradi.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'However' — bu fikr o'zgarish nuqtasi, matnning asosiy g'oyasi shu yerda bo'lishi mumkin.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D02C45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3 ta qisqa matnni faol o'qish texnikasi bilan o'qish va annotatsiya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matn uchun main idea'ni 1 jumlada yozish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34242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Kontrast so'zlarni topib doiraga olish mashqi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7/104  •  Ingliz tili: faol o'qish texnikasi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3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D02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Faol o'qish — savol berib, javob izlab o'qish demakdir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Kontrast so'zlar ko'pincha asosiy fikrga ishora qiladi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Main idea — 1 jumlada umumlashtirilgan matn mazmuni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02C45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 ta yangi matnni faol o'qish texnikasi bilan mustaqil o'qish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birida main idea va 2 supporting detail topib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34242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Kontrast so'zlar ro'yxatini (however, but, yet, despite, although) yodlash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