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90527" y="0"/>
            <a:ext cx="20116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34242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77 / 104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To'g'ri burchakli uchburchak va Pifagor teoremasi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34242"/>
                </a:solidFill>
                <a:latin typeface="Calibri"/>
              </a:rPr>
              <a:t>26-hafta   •   2-bosqich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Pifagor teoremasini, maxsus uchburchaklarni (30-60-90, 45-45-90) va Pifagor uchliklarini o'rganasiz.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To'g'ri burchakli uchburchak va Pifagor teoremasi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02C45"/>
                </a:solidFill>
                <a:latin typeface="Calibri"/>
              </a:rPr>
              <a:t>O'QUV NATIJASI: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Pifagor teoremasini to'g'ri qo'llaydi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Maxsus uchburchaklar nisbatlarini ishlatadi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Pifagor uchliklarini tez taniydi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02C45"/>
                </a:solidFill>
                <a:latin typeface="Calibri"/>
              </a:rPr>
              <a:t>DARS REJASI: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34242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Pifagor teoremasi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34242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Maxsus uchburchaklar — 45-45-90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34242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Maxsus uchburchaklar — 30-60-90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34242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Pifagor uchliklari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77/104  •  To'g'ri burchakli uchburchak va Pifagor teoremasi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Pifagor teoremasi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Pifagor teoremasi: to'g'ri burchakli uchburchakda, a²+b² = c², bu yerda c — gipotenuza (eng uzun tomon).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Teorema FAQAT to'g'ri burchakli uchburchaklarda ishlaydi — bu shartni har doim tekshirish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Gipotenuza — to'g'ri burchakka QARAMA-QARSHI joylashgan, doim eng uzun tomon hisoblanadi.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77/104  •  To'g'ri burchakli uchburchak va Pifagor teoremasi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Maxsus uchburchaklar — 45-45-90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45-45-90 uchburchagi — ikki teng burchakli (teng yonli) to'g'ri burchakli uchburchak.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Tomonlar nisbati: x, x, x√2 (ikki katet teng, gipotenuza katet × √2).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nisbatni bilish — Pifagor teoremasini qaytadan hisoblamasdan tezda yechim topishga yordam beradi.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77/104  •  To'g'ri burchakli uchburchak va Pifagor teoremasi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Maxsus uchburchaklar — 30-60-90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30-60-90 uchburchagi — tomonlar nisbati: x, x√3, 2x (eng kichik tomon x, o'rtacha x√3, gipotenuza 2x).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Eng kichik burchak (30°) ga qarama-qarshi tomon — eng QISQA tomon (x).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nisbatlarni yodlab olish — trigonometriya (78-dars) bilan birga ishlatilganda juda tez yechimlar beradi.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D02C45"/>
                </a:solidFill>
                <a:latin typeface="Calibri"/>
              </a:rPr>
              <a:t>Eslatma: 30-60-90 va 45-45-90 nisbatlarini YODLAB olish SAT'da sezilarli vaqt tejaydi, har safar Pifagor bilan qaytadan hisoblash shart emas.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77/104  •  To'g'ri burchakli uchburchak va Pifagor teoremasi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Pifagor uchliklari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Pifagor uchligi — Pifagor teoremasini qondiruvchi butun sonlar to'plami (masalan, 3-4-5, 5-12-13, 8-15-17).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uchliklarning KO'PAYTMALARI (masalan, 6-8-10) ham Pifagor uchligi hisoblanadi.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sonlarni tanish — hisoblashsiz tezda gipotenuza yoki katetni aniqlashga yordam beradi.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77/104  •  To'g'ri burchakli uchburchak va Pifagor teoremasi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02C45"/>
                </a:solidFill>
                <a:latin typeface="Calibri"/>
              </a:rPr>
              <a:t>SAVOL: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To'g'ri burchakli uchburchakning ikki kateti 6 va 8. Gipotenuzani toping.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02C45"/>
                </a:solidFill>
                <a:latin typeface="Calibri"/>
              </a:rPr>
              <a:t>YECHIM QADAMLARI: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34242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Pifagor teoremasi: a²+b²=c². 6²+8² = 36+64 = 100.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34242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c² = 100, demak c = 10.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34242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Tekshirish: 6-8-10 — Pifagor uchligi (3-4-5 ning 2 baravari), to'g'ri.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02C45"/>
                </a:solidFill>
                <a:latin typeface="Calibri"/>
              </a:rPr>
              <a:t>DARSDA AMALIYOT: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34242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10 ta Pifagor teoremasi savolini birgalikda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34242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8 ta maxsus uchburchak (30-60-90, 45-45-90) nisbati masalasini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34242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5 ta Pifagor uchligini tez tanish mashqi</a:t>
            </a:r>
          </a:p>
        </p:txBody>
      </p:sp>
      <p:pic>
        <p:nvPicPr>
          <p:cNvPr id="16" name="Picture 1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77/104  •  To'g'ri burchakli uchburchak va Pifagor teoremasi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02C45"/>
                </a:solidFill>
                <a:latin typeface="Calibri"/>
              </a:rPr>
              <a:t>ASOSIY XULOSALAR: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Pifagor teoremasi (a²+b²=c²) — faqat to'g'ri burchakli uchburchaklarda ishlaydi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45-45-90 nisbati x,x,x√2; 30-60-90 nisbati x,x√3,2x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Pifagor uchliklarini (3-4-5, 5-12-13) tanish — tezkor yechim usuli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02C45"/>
                </a:solidFill>
                <a:latin typeface="Calibri"/>
              </a:rPr>
              <a:t>UY VAZIFASI: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15 ta Pifagor va maxsus uchburchak savolini mustaqil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5 ta Pifagor uchligini aniqlash mashqi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3 ta amaliy (balandlik/masofa) masalani Pifagor orqali yechish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6" name="Picture 1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