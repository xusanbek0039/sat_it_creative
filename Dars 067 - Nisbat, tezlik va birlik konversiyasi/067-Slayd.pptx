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548640" y="502920"/>
            <a:ext cx="13350240" cy="15544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73152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67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Nisbat, tezlik va birlik konversiyasi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23-hafta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nisbat (ratio), tezlik (rate) masalalarini va birliklar orasida konversiyani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Nisbat, tezlik va birlik konversiyasi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Nisbat masalalarini to'g'ri tenglama orqali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Tezlik (rate) masalalarida birliklarni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Birlik konversiyasini (dimensional analysis) bajaradi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Nisbat masalalari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Tezlik (rate) masalalari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Birlik konversiyasi (dimensional analysis)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Murakkab nisbat va tezlik masalalari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67/104  •  Nisbat, tezlik va birlik konversiyasi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Nisbat masalalari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Nisbat — ikki miqdorning bir-biriga nisbatini ifodalaydi (masalan, 3:5 yoki 3/5).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Nisbat masalalarini yechishda, ko'pincha 'proportion' (a/b = c/d) tenglamasi tuziladi va cross-multiplication qo'llaniladi.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Nisbatni masshtablashda, har ikki tomonni BIR XIL songa ko'paytirish/bo'lish kerak.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67/104  •  Nisbat, tezlik va birlik konversiyasi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Tezlik (rate) masalalari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Tezlik — bir miqdorning boshqasiga (odatda vaqtga) nisbati (masalan, mil/soat, dollar/soat).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Tezlik masalalarida formula: masofa = tezlik × vaqt (yoki mos boshqa kontekst formulasi).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Birgalikda ishlash masalalarida (masalan, ikki ishchi), tezliklar QO'SHILADI agar bir vaqtda ishlasa.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67/104  •  Nisbat, tezlik va birlik konversiyasi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Birlik konversiyasi (dimensional analysis)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Dimensional analysis — birliklarni kasr (konversiya koeffitsienti) sifatida ko'paytirib, keraksiz birliklarni 'qisqartirish' usuli.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konversiya koeffitsienti — qiymati 1 ga teng kasr (masalan, 1 soat/60 daqiqa).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Konversiya zanjirida, har bir qadamda birliklarning to'g'ri qisqarishini tekshirish xatoni oldini oladi.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56570"/>
                </a:solidFill>
                <a:latin typeface="Calibri"/>
              </a:rPr>
              <a:t>Eslatma: birlik konversiyasida, kasrni qaysi tomonga (surat/maxraj) yozish kerakligini, KERAKSIZ birlik qisqarishi bo'yicha tanlang.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67/104  •  Nisbat, tezlik va birlik konversiyasi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Murakkab nisbat va tezlik masalalari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masalalar bir nechta nisbatni ketma-ket bog'laydi (masalan, A:B va B:C dan A:C topish).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Tezlik masalalarida, qarama-qarshi yo'nalishda harakatlanish (masalan, ikki poyezd) — tezliklar qo'shilib umumiy yaqinlashish tezligini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56570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Birlik konversiyasi ko'pincha tezlik masalalari bilan birga keladi (masalan, mil/soatni metr/soniyaga aylantirish).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67/104  •  Nisbat, tezlik va birlik konversiyasi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Mashina 90 mil/soat tezlikda harakatlanadi. Bu tezlik necha metr/soniyaga teng? (1 mil ≈ 1609 metr)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90 mil/soat ni metr/soatga aylantiramiz: 90 × 1609 = 144,810 metr/soat.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Endi soatni soniyaga aylantiramiz (1 soat=3600 soniya): 144,810 ÷ 3600 ≈ 40.2.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Natija: taxminan 40.2 metr/soniya.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6570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nisbat (proportion) masalasini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tezlik (rate) masalasini formula bilan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birlik konversiyasi zanjirini dimensional analysis bilan bajarish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67/104  •  Nisbat, tezlik va birlik konversiyasi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-548640" y="0"/>
            <a:ext cx="13533120" cy="868680"/>
          </a:xfrm>
          <a:prstGeom prst="parallelogram">
            <a:avLst/>
          </a:prstGeom>
          <a:solidFill>
            <a:srgbClr val="15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Nisbat masalalari proportion tenglamasi (a/b=c/d) orqali yechiladi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Tezlik = masofa/vaqt; birgalikda ishlashda tezliklar qo'shiladi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Dimensional analysis — birliklarni kasr sifatida qisqartirib konversiya qilish usuli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56570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nisbat va tezlik masalasini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birlik konversiyasi zanjirini bajarish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birgalikda ishlash (combined work) masalasini yechish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