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Diagnostika testi —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1-hafta   •   0-bosqich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Ushbu darsda siz to'liq Math bo'limini vaqt bilan yechib, Desmos kalkulyatorini birinchi marta sinab ko'rasiz va boshlang'ich Math darajangizni aniqlaysiz.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Diagnostika testi — Math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O'zining Math bo'yicha boshlang'ich ball darajasini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Desmos kalkulyatoridan asosiy darajada foydalana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Qiyin mavzularni (algebra, geometriya va h.k.) aniqlab 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Math bo'limining tuzilishi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Desmos grafik kalkulyatori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Test paytida strategiya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3/104  •  Diagnostika testi — 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Math bo'limining tuzilishi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44 savol, 70 daqiqa (2 modul x 22 savol x 35 daqiqa).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Savollarning ≈75% ko'p tanlovli, ≈25% 'student-produced response' (o'zingiz raqam kiritasiz).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Mavzular: Algebra, Advanced Math, Problem-Solving &amp; Data Analysis, Geometry &amp; Trigonometry.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3/104  •  Diagnostika testi — Math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Desmos grafik kalkulyatori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Digital SAT'da har bir Math savolida o'rnatilgan Desmos kalkulyatoridan foydalanish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Desmos — funksiya chizish, tenglama yechish, nuqtalarni hisoblashda juda kuchli vosita.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 faqat tanishib chiqing: keyinroq (27-darsda) Desmos bo'yicha alohida chuqur dars bo'ladi.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Maslahat: kalkulyatorga to'liq tayanmang — ba'zi savollarni qo'lda yechish tezroq bo'lishi mumkin.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3/104  •  Diagnostika testi — Math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paytida strategiya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savolga o'rtacha 95 soniya beriladi (35 daqiqa / 22 savol).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Qiyin savolni belgilab, keyinroq qaytish uchun o'tkazib yuborish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Oxirgi savollarga osonlari kabi vaqt ajratib, ulgurmasdan qolib ketmaslik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3/104  •  Diagnostika testi — Math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Math modulida 22 savolga 35 daqiqa berilgan. Bir savolga o'rtacha qancha vaqt to'g'ri keladi?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35 daqiqani soniyaga o'tkazamiz: 35 x 60 = 2100 soniya.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2100 ni 22 ga bo'lamiz: 2100 / 22 ≈ 95 soniya.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bir savolga taxminan 95 soniya (~1 daqiqa 35 soniya).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Math diagnostika testini Bluebook orqali yechish (44 savol, 70 daqiqa)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Desmos kalkulyatorini kamida 5 marta sinab ko'rish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Qiyin mavzularni ro'yxatga olish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3/104  •  Diagnostika testi — Math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Math: 44 savol / 70 daqiqa, 4 asosiy mavzu yo'nalishi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Desmos — kuchli, lekin har doim shart emas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Bir savolga o'rtacha ≈95 soniya ajratiladi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Bugungi va kechagi test taassurotlarini bir varaqqa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RW va Math'dan qaysi biri qiyinroq tuyulganini belgilash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Sifatli dam olish — ertaga tahlil kuni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