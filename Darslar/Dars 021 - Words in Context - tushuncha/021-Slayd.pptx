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4242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21 /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Words in Context — tushuncha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4242"/>
                </a:solidFill>
                <a:latin typeface="Calibri"/>
              </a:rPr>
              <a:t>6-hafta   •   1-bosqich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berilgan so'zning kontekst (gap atrofi) asosida to'g'ri ma'nosini topish texnikasini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Words in Context — tushuncha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Kontekstga asoslanib so'z ma'nosini to'g'ri tanlaydi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'O'z so'zingni qo'y' texnikasini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Gapning ohangi va konnotatsiyasini (ijobiy/salbiy) aniqlaydi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Kontekstda so'z ma'nosini topish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'O'z so'zingni qo'y' texnikasi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Ohang va konnotatsiya (positive/negative)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Bog'lovchi so'zlardan foydalanish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21/104  •  Words in Context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Kontekstda so'z ma'nosini topish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Words in Context savollari bir bo'sh joy (blank) qoldirilgan gapga eng mos so'zni tanlashni so'raydi.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Ko'pgina so'zlar bir nechta ma'noga ega bo'ladi — faqat KONTEKSTGA mos ma'noni tanlash kerak, so'zning eng mashhur ma'nosini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Gapning butun mazmuni — bo'sh joyga qaysi ma'no kerakligini ko'rsatadi.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21/104  •  Words in Context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'O'z so'zingni qo'y' texnikasi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Variantlarni ko'rishdan oldin, bo'sh joyga o'zingiz mos so'z yoki qisqa iborani taklif qiling.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So'ng variantlar orasidan o'zingiz taklif qilgan so'zga ENG YAQIN ma'noli variantni tanlang.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texnika 'chiroyli' lekin kontekstga mos kelmaydigan variantlarga aldanishdan saqlaydi.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21/104  •  Words in Context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Ohang va konnotatsiya (positive/negative)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so'z nafaqat ma'no, balki OHANGGA (ijobiy, salbiy, neytral) ega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Gapning umumiy ohangini aniqlang: agar gap tanqidiy bo'lsa, ijobiy ohangli so'z mos kelmaydi.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Sinonim so'zlar orasida farq — ko'pincha aynan ohangda bo'ladi (masalan, 'jasur' vs 'beparvo').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02C45"/>
                </a:solidFill>
                <a:latin typeface="Calibri"/>
              </a:rPr>
              <a:t>Eslatma: ikki so'z bir xil 'lug'aviy ma'no'ga ega bo'lsa ham, ohang farqi tufayli faqat bittasi to'g'ri bo'ladi.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21/104  •  Words in Context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Bog'lovchi so'zlardan foydalanish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Gapdagi bog'lovchi so'zlar ('lekin', 'shuning uchun', 'garchi') bo'sh joy ma'nosini bashorat qilishga yordam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gapda qarama-qarshilik bog'lovchisi bo'lsa, bo'sh joy oldingi fikrga ZID ma'noni talab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Sabab-natija bog'lovchisi bo'lsa, bo'sh joy mantiqiy DAVOM ettiruvchi ma'noni talab qiladi.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21/104  •  Words in Context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'Garchi loyiha boshida juda ___ ko'rinsa-da, jamoa uni muvaffaqiyatli yakunladi.' Variantlar orasida 'oson' va 'qiyin' bor.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Bog'lovchi so'z 'garchi... -sa-da' qarama-qarshilikni bildiradi.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Gap oxiri 'muvaffaqiyatli yakunladi' — demak boshida qiyinchilik bo'lgan degan ma'no kerak.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 — 'qiyin' (yoki shu ma'nodagi so'z), 'oson' emas.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Words in Context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gapda 'o'z so'zingni qo'y' texnikasini amalda qo'llash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So'zlar orasidagi ohang farqini muhokama qilish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21/104  •  Words in Context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Bo'sh joyga mos so'zni kontekstdan, lug'aviy mashhurlikdan emas, tanlang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'O'z so'zingni qo'y' — eng ishonchli birinchi qadam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Ohang va bog'lovchi so'zlar to'g'ri javobni aniqlashtiradi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Words in Context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 uchun o'z taklif qilgan so'zini 50 so'zda qisqacha izohlash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Ohang asosida noto'g'ri chetlatilgan variantlarni belgilash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