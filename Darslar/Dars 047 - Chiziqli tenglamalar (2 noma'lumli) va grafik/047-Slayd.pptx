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74320"/>
            <a:ext cx="4206240" cy="420624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3291840" cy="3291840"/>
          </a:xfrm>
          <a:prstGeom prst="ellipse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051560"/>
            <a:ext cx="2651760" cy="265176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47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Chiziqli tenglamalar (2 noma'lumli) va grafik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16-hafta   •   2-bosqich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ikki noma'lumli chiziqli tenglamalarni slope-intercept shaklida ifodalash va grafikda chizishni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Chiziqli tenglamalar (2 noma'lumli) va grafik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Slope-intercept shaklini (y=mx+b)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Ikki nuqta orqali qiyalikni (slope) hisoblaydi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Chiziqni grafikda to'g'ri chizadi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Slope-intercept shakli (y = mx + b)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Qiyalik (slope) hisoblash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x va y kesim nuqtalari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Grafikda chiziq chizish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47/104  •  Chiziqli tenglamalar (2 noma'lumli) va grafik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Slope-intercept shakli (y = mx + b)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shaklda 'm' — qiyalik (slope), 'b' — y o'qidagi kesim nuqtasi (y-intercept, x=0 bo'lganda y qiymati).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qanday chiziqli tenglamani algebraik amallar bilan shu shaklga keltirish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shakl chiziqning grafik xossalarini (yo'nalish, boshlanish nuqtasi) tezda o'qish imkonini beradi.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47/104  •  Chiziqli tenglamalar (2 noma'lumli) va grafik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Qiyalik (slope) hisoblash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Slope formulasi: m = (y2−y1)/(x2−x1), ikki nuqta koordinatalari asosida.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Musbat slope — chiziq chapdan o'ngga yuqoriga ko'tariladi; manfiy slope — pastga tushadi.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Slope = 0 — gorizontal chiziq; slope aniqlanmagan (bo'linish nolga) — vertikal chiziq.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47/104  •  Chiziqli tenglamalar (2 noma'lumli) va grafik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 va y kesim nuqtalari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Y-intercept — chiziq y o'qini kesib o'tgan nuqta (x=0 qo'yilganda topiladi).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X-intercept — chiziq x o'qini kesib o'tgan nuqta (y=0 qo'yilganda topiladi).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kesim nuqtasini bilish — chiziqni tezda grafikka chizishning eng oson usuli.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x-intercept'ni topish uchun tenglamada y=0 qo'ying va x uchun yeching — bu ko'p talabalar chalkashtiradigan joy.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47/104  •  Chiziqli tenglamalar (2 noma'lumli) va grafik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Grafikda chiziq chizish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oson usul: y-intercept'dan boshlab, slope yordamida ikkinchi nuqtani topib, ikkalasidan chiziq o'tkazish.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Slope 'ko'tarilish/yurish' (rise/run) nisbati sifatida grafikda jismoniy harakat qilinadi.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Ikkita aniq nuqta orqali chiziq chizish — eng ishonchli, xatosiz usul.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47/104  •  Chiziqli tenglamalar (2 noma'lumli) va grafik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(2,3) va (4,9) nuqtalaridan o'tuvchi chiziqning tenglamasini slope-intercept shaklida yozing.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Slope: m = (9-3)/(4-2) = 6/2 = 3.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 = 3x + b shaklini (2,3) nuqtaga qo'yamiz: 3 = 3(2) + b, b = -3.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Tenglama: y = 3x - 3.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grafik masalasini birgalikda yechish — tenglamadan grafik, grafikdan tenglama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nuqtadan slope hisoblash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 va Y kesim nuqtalarini topish va grafikka belgilash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47/104  •  Chiziqli tenglamalar (2 noma'lumli) va grafik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Slope-intercept shakli (y=mx+b) chiziq xossalarini tez ko'rsatadi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Slope = (y2-y1)/(x2-x1) — ikki nuqtadan hisoblanadi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kesim nuqtasi yoki ikki nuqta orqali chiziqni aniq chizish mumkin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slope va kesim nuqtalariga oid savolni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chiziqni ikki nuqta orqali grafikka chizish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tenglamadan x va y kesim nuqtalarini topish mashqi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