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48640"/>
            <a:ext cx="502920" cy="502920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188720"/>
            <a:ext cx="292608" cy="292608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463040"/>
            <a:ext cx="256032" cy="256032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02920"/>
            <a:ext cx="201168" cy="201168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43 / 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RW modul (timed)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11-hafta   •   1-bosqich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to'liq Reading &amp; Writing modulini (27 savol, 32 daqiqa) real test rejimida, vaqt bilan yechib, butun bosqichdagi barcha ko'nikmalarni sinaysiz.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To'liq RW modul (timed)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O'QUV NATIJASI: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To'liq RW modulini belgilangan vaqtda yakunlaydi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Real test rejimida barcha strategiyalarni birgalikda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Vaqt va aniqlik o'rtasida muvozanat saqlaydi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DARS REJASI: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To'liq RW modulini yechish (27 savol / 32 daq)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Real test rejimi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Vaqt va aniqlik balansi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Strategiyalarni qo'llash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43/104  •  To'liq RW modul (timed)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To'liq RW modulini yechish (27 savol / 32 daq)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test 13–42-darslarda o'rganilgan BARCHA RW ko'nikmalarini (4 domen) o'z ichiga oladi.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Bluebook ilovasi orqali, rasmiy vaqt taymeri bilan o'tkaziladi — bu real imtihon sharoitini to'liq simulyatsiya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davomida hech qanday tashqi yordam (lug'at, qo'shimcha vaqt) ishlatilmaydi.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43/104  •  To'liq RW modul (timed)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Real test rejimi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Telefon va chalg'ituvchi narsalarni olib tashlang, sokin joyda, uzluksiz ishlang.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'Mark for Review' tugmasidan strategik foydalaning — 42-darsda o'rganilgan vaqt boshqaruvini qo'llang.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tugagach, darrov umumiy natijani (to'g'ri/noto'g'ri soni) yozib qo'ying.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43/104  •  To'liq RW modul (timed)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 va aniqlik balansi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faqat tezlik emas, BALANSLANGAN natija: yetarli aniqlik bilan vaqtida yakunlash.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vaqt yetmasa, qolgan savollarga eng mantiqiy taxminlarni belgilang — bo'sh qoldirmang.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vaqt ko'p qolsa, qoldiq vaqtni belgilangan qiyin savollarni qayta tekshirish uchun ishlating.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93185"/>
                </a:solidFill>
                <a:latin typeface="Calibri"/>
              </a:rPr>
              <a:t>Eslatma: bu test natijasi 44-darsdagi chuqur tahlil uchun asos bo'ladi — har bir xatoni unutmasdan eslab qolish muhim.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43/104  •  To'liq RW modul (timed)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Strategiyalarni qo'llash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savol turini darhol tanib, mos strategiyani (13–40-darslarda o'rganilgan) avtomatik qo'llang.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Domenlar orasida tez almashish ko'nikmasini (41-darsda mashq qilingan) qo'llang.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- bu yangi strategiya o'rganish vaqti emas, balki MAVJUD ko'nikmalarni sinash vaqti.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43/104  •  To'liq RW modul (timed)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SAVOL: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Test paytida 20-savolga kelganingizda 28 daqiqa o'tgan bo'lsa, qolgan 7 savolga 4 daqiqa qoladi.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YECHIM QADAMLARI: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Vaziyatni baholaymiz: 7 savolga 4 daqiqa — bu juda siqilgan (≈34 soniya/savol).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Strategiya: qolgan savollarni tezda skanerlab, eng oson ko'ringanlarini birinchi yechamiz.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Qiyin tuyulganlariga eng mantiqiy taxminni belgilab, bo'sh qoldirmaymiz.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DARSDA AMALIYOT: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RW modul testi: 27 savol, 32 daqiqa, Bluebook orqali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davomida 'Mark for Review' texnikasini qo'llash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tugagach natijani darhol yozib qo'yish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43/104  •  To'liq RW modul (timed)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ASOSIY XULOSALAR: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To'liq modul testi — barcha RW ko'nikmalarini birlashtirib sinash imkoniyati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Vaqt va aniqlik balansi — yakuniy maqsad, faqat tezlik emas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natijasi keyingi tahlil va takror darsining asosi bo'ladi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UY VAZIFASI: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Dam olish — bu kun jadvalida faqat to'liq test rejalashtirilgan, qo'shimcha uy vazifasi yo'q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natijasini progress jadvaliga kiritish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tahlil darsi uchun eng qiyin tuyulgan 5 savolni belgilab qo'yish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