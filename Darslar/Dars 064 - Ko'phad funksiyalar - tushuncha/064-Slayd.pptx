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0"/>
            <a:ext cx="91440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64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Ko'phad funksiyalar — tushuncha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22-hafta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ko'phad (polynomial) funksiyalarning tuzilishi, darajasi va asosiy xususiyatlarini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Ko'phad funksiyalar — tushuncha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Ko'phadning darajasini va bosh koeffitsientini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Ko'phad qo'shish/ayirish/ko'paytirish amallarini bajaradi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Ko'phad grafigining umumiy xususiyatlarini tushunadi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Ko'phad tuzilishi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Ko'phadlarni qo'shish/ayirish/ko'paytirish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Ko'phad grafigining xususiyatlari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Ildizlar (zeros) va grafik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64/104  •  Ko'phad funksiyalar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Ko'phad tuzilishi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Ko'phad — bir necha haddan (term) iborat ifoda, har bir had x ning butun musbat darajasi va koeffitsientidan tashkil topadi.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Ko'phadning DARAJASI — undagi eng katta daraja ko'rsatkichi (masalan, x³+2x-1 darajasi 3).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Bosh koeffitsient — eng yuqori darajali haddagi koeffitsient.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64/104  •  Ko'phad funksiyalar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Ko'phadlarni qo'shish/ayirish/ko'paytirish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Qo'shish/ayirish — faqat O'XSHASH hadlarni (bir xil daraja) birlashtirish orqali bajariladi.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Ko'paytirish — har bir haddni boshqasiga (distributive property/FOIL kengaytmasi) ko'paytirib, so'ng o'xshash hadlarni qo'shish orqali bajariladi.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Natija ko'phadining darajasi — ko'paytirilgan ko'phadlar darajalarining YIG'INDISIGA teng bo'ladi.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64/104  •  Ko'phad funksiyalar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Ko'phad grafigining xususiyatlari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Toq darajali ko'phad (masalan, x³) — grafik bir uchidan pastdan, ikkinchi uchidan yuqoriga ketadi (yoki aksincha).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Juft darajali ko'phad (masalan, x⁴) — grafikning ikki uchi BIR XIL yo'nalishda (ikkisi yuqoriga yoki ikkisi pastga).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Ko'phad darajasi — grafikdagi MAKSIMAL 'burilish nuqtalari' (turning points) sonini cheklaydi (daraja-1 dan ko'p bo'lmaydi).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623560"/>
            <a:ext cx="10881360" cy="566928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F7A68"/>
                </a:solidFill>
                <a:latin typeface="Calibri"/>
              </a:rPr>
              <a:t>Eslatma: ko'phadning bosh koeffitsienti va darajasi — grafikning 'uchlarda qayerga ketishini' (end behavior) to'liq aniqlaydi.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64/104  •  Ko'phad funksiyalar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Ildizlar (zeros) va grafik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Ko'phadning ildizi (zero) — funksiya nolga teng bo'ladigan x qiymati, grafikda x-o'q bilan kesishish nuqtasi.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ildiz takrorlanuvchi (juft karralik) bo'lsa, grafik x-o'qqa TEGADI, lekin uni KESIB O'TMAYDI.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ildiz toq karralikka ega bo'lsa, grafik x-o'qni TO'G'RIDAN-TO'G'RI kesib o'tadi.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64/104  •  Ko'phad funksiyalar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(x² + 3x - 2) va (2x - 1) ko'phadlarini ko'paytiring.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haddni distributive property bilan ko'paytiramiz: x²(2x-1) + 3x(2x-1) - 2(2x-1).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Natija: 2x³-x² + 6x²-3x - 4x+2.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O'xshash hadlarni qo'shamiz: 2x³ + 5x² - 7x + 2.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ko'phadning darajasi va bosh koeffitsientini aniqlash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ko'phadni qo'shish/ayirish/ko'paytirish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grafikning end behavior'ini ko'phad shakli orqali aniqlash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64/104  •  Ko'phad funksiyalar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Ko'phad darajasi — eng yuqori daraja ko'rsatkichi, end behavior'ni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Qo'shish/ayirish — o'xshash hadlar; ko'paytirish — har bir hadni distributive qilish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Ildiz karraligi grafikning x-o'qni kesib o'tishi yoki faqat tegishini belgilaydi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ko'phad amali (qo'shish/ayirish/ko'paytirish) mashqi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ko'phadning end behavior'ini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grafikdagi ildizlarning karraligini aniqlash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