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ouble Wave 1"/>
          <p:cNvSpPr/>
          <p:nvPr/>
        </p:nvSpPr>
        <p:spPr>
          <a:xfrm>
            <a:off x="-365760" y="5760720"/>
            <a:ext cx="12893040" cy="1280160"/>
          </a:xfrm>
          <a:prstGeom prst="doubleWav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5B89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68 / 104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Foizlar — chegirma, ustama va murakkab foiz masalalari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B5B89"/>
                </a:solidFill>
                <a:latin typeface="Calibri"/>
              </a:rPr>
              <a:t>23-hafta   •   2-bosqich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siz foiz hisoblashning barcha turlarini (chegirma, ustama, ketma-ket foiz) chuqur o'rganasiz.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Foizlar — chegirma, ustama va murakkab foiz masalalari</a:t>
            </a:r>
          </a:p>
        </p:txBody>
      </p:sp>
      <p:sp>
        <p:nvSpPr>
          <p:cNvPr id="6" name="Double Wave 5"/>
          <p:cNvSpPr/>
          <p:nvPr/>
        </p:nvSpPr>
        <p:spPr>
          <a:xfrm>
            <a:off x="-365760" y="6355080"/>
            <a:ext cx="12893040" cy="731520"/>
          </a:xfrm>
          <a:prstGeom prst="doubleWav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O'QUV NATIJASI: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EB5B89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Chegirma va ustama masalalarini to'g'ri formula bilan yechadi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EB5B89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Ketma-ket (ikki bosqichli) foiz o'zgarishlarini hisoblaydi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EB5B89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Foiz o'zgarish masalalarida umumiy xato (asosni chalkashtirish) dan saqlanadi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DARS REJASI: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EB5B89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Chegirma (discount) masalalari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EB5B89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Ustama (markup) masalalari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EB5B89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Ketma-ket foiz o'zgarishlari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EB5B89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Umumiy foiz o'zgarishini hisoblash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68/104  •  Foizlar — chegirma, ustama va murakkab foiz masalalari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Chegirma (discount) masalalari</a:t>
            </a:r>
          </a:p>
        </p:txBody>
      </p:sp>
      <p:sp>
        <p:nvSpPr>
          <p:cNvPr id="6" name="Double Wave 5"/>
          <p:cNvSpPr/>
          <p:nvPr/>
        </p:nvSpPr>
        <p:spPr>
          <a:xfrm>
            <a:off x="-365760" y="6355080"/>
            <a:ext cx="12893040" cy="731520"/>
          </a:xfrm>
          <a:prstGeom prst="doubleWav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Chegirma — asl narxdan FOIZ AYIRISH: yangi narx = asl narx × (1 - chegirma foizi).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Masalan, 20% chegirma — yangi narx asl narxning 80% ini (0.80 koeffitsienti) tashkil qiladi.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Ketma-ket chegirmalar (masalan, 20% va keyin 10%) BIR-BIRIGA QO'SHILMAYDI — har biri ALOHIDA, oldingi natijaga qo'llaniladi.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68/104  •  Foizlar — chegirma, ustama va murakkab foiz masalalari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Ustama (markup) masalalari</a:t>
            </a:r>
          </a:p>
        </p:txBody>
      </p:sp>
      <p:sp>
        <p:nvSpPr>
          <p:cNvPr id="6" name="Double Wave 5"/>
          <p:cNvSpPr/>
          <p:nvPr/>
        </p:nvSpPr>
        <p:spPr>
          <a:xfrm>
            <a:off x="-365760" y="6355080"/>
            <a:ext cx="12893040" cy="731520"/>
          </a:xfrm>
          <a:prstGeom prst="doubleWav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Ustama — asl narxga FOIZ QO'SHISH: yangi narx = asl narx × (1 + ustama foizi).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Ustama va chegirma formulalari bir xil mantiqqa ega, faqat ishora (+/-) farq qiladi.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Ba'zi masalalarda avval ustama, keyin chegirma (yoki aksincha) qo'llaniladi — bular KETMA-KET hisoblanadi.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68/104  •  Foizlar — chegirma, ustama va murakkab foiz masalalari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Ketma-ket foiz o'zgarishlari</a:t>
            </a:r>
          </a:p>
        </p:txBody>
      </p:sp>
      <p:sp>
        <p:nvSpPr>
          <p:cNvPr id="6" name="Double Wave 5"/>
          <p:cNvSpPr/>
          <p:nvPr/>
        </p:nvSpPr>
        <p:spPr>
          <a:xfrm>
            <a:off x="-365760" y="6355080"/>
            <a:ext cx="12893040" cy="731520"/>
          </a:xfrm>
          <a:prstGeom prst="doubleWav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Ketma-ket ikki foiz o'zgarishi UMUMIY foiz o'zgarishiga TENG EMAS (oddiy qo'shish xato).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To'g'ri usul: har bir o'zgarishni ALOHIDA koeffitsient sifatida ketma-ket ko'paytirish.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Masalan, +10% va keyin -10% — natija ASL qiymatdan KICHIK bo'ladi (chunki ikkinchi foiz kattaroq bazadan hisoblanadi, lekin oxiri kichikroq bazaga qaytadi).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7F2D83"/>
                </a:solidFill>
                <a:latin typeface="Calibri"/>
              </a:rPr>
              <a:t>Eslatma: 'ikki ketma-ket foiz o'zgarishini to'g'ridan-to'g'ri qo'shish' — SAT'dagi eng keng tarqalgan foiz xatosi, har doim ketma-ket koeffitsient bilan hisoblang.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68/104  •  Foizlar — chegirma, ustama va murakkab foiz masalalari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Umumiy foiz o'zgarishini hisoblash</a:t>
            </a:r>
          </a:p>
        </p:txBody>
      </p:sp>
      <p:sp>
        <p:nvSpPr>
          <p:cNvPr id="6" name="Double Wave 5"/>
          <p:cNvSpPr/>
          <p:nvPr/>
        </p:nvSpPr>
        <p:spPr>
          <a:xfrm>
            <a:off x="-365760" y="6355080"/>
            <a:ext cx="12893040" cy="731520"/>
          </a:xfrm>
          <a:prstGeom prst="doubleWav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Umumiy foiz o'zgarishini topish uchun, yakuniy qiymatni boshlang'ich qiymatga taqqoslab, foiz farqini hisoblash kerak.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Formula: foiz o'zgarish = (yakuniy - boshlang'ich) / boshlang'ich × 100%.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formula — chegirma, ustama va aralash o'zgarishlarning barchasida bir xil tarzda qo'llaniladi.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68/104  •  Foizlar — chegirma, ustama va murakkab foiz masalalari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Double Wave 5"/>
          <p:cNvSpPr/>
          <p:nvPr/>
        </p:nvSpPr>
        <p:spPr>
          <a:xfrm>
            <a:off x="-365760" y="6355080"/>
            <a:ext cx="12893040" cy="731520"/>
          </a:xfrm>
          <a:prstGeom prst="doubleWav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SAVOL: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Mahsulot narxi avval 25% oshiriladi, keyin 20% chegirma qilinadi. Asl narx $100 bo'lsa, yakuniy narx qancha?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F2D83"/>
                </a:solidFill>
                <a:latin typeface="Calibri"/>
              </a:rPr>
              <a:t>YECHIM QADAMLARI: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EB5B89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Avval 25% ustama: 100 × 1.25 = 125.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EB5B89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Keyin 20% chegirma: 125 × 0.80 = 100.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EB5B89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Yakuniy narx $100 — asl narxga teng (garchi +25% va -20% alohida katta ko'rinsa ham).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F2D83"/>
                </a:solidFill>
                <a:latin typeface="Calibri"/>
              </a:rPr>
              <a:t>DARSDA AMALIYOT: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EB5B89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10 ta chegirma/ustama masalasini birgalikda yechish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EB5B89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8 ta ketma-ket foiz o'zgarishi masalasini to'g'ri koeffitsient bilan yechish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EB5B89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5 ta umumiy foiz o'zgarishini hisoblash mashqi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68/104  •  Foizlar — chegirma, ustama va murakkab foiz masalalari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Double Wave 5"/>
          <p:cNvSpPr/>
          <p:nvPr/>
        </p:nvSpPr>
        <p:spPr>
          <a:xfrm>
            <a:off x="-365760" y="6355080"/>
            <a:ext cx="12893040" cy="731520"/>
          </a:xfrm>
          <a:prstGeom prst="doubleWav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ASOSIY XULOSALAR: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EB5B89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Chegirma: ×(1-foiz); ustama: ×(1+foiz)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EB5B89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Ketma-ket foiz o'zgarishlari qo'shilmaydi, ketma-ket koeffitsient sifatida ko'paytiriladi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EB5B89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Umumiy foiz o'zgarish = (yakuniy-boshlang'ich)/boshlang'ich × 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UY VAZIFASI: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EB5B89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15 ta chegirma/ustama/ketma-ket foiz masalasini mustaqil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EB5B89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5 ta umumiy foiz o'zgarishini hisoblash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EB5B89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3 ta masalada 'oddiy qo'shish xatosi' ni topib tuzatish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