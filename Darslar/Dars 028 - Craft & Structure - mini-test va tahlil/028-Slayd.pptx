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19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28 / 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Craft &amp; Structure — mini-test va tahlil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7-hafta   •   1-bosqich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Craft &amp; Structure domenini vaqt bilan mini-test orqali sinaysiz va xatolarni chuqur tahlil qilib, domenni mustahkamlaysiz.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Craft &amp; Structure — mini-test va tahlil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Craft &amp; Structure domenini vaqt bosimi ostida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Xatolarning aniq sababini (concept/careless/vaqt) tasniflaydi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Domen bo'yicha o'z o'sishini baholaydi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Vaqt bilan mini-test (timed)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Xatolar tahlili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Takroriy xato turlari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Domen bo'yicha o'sishni baholash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28/104  •  Craft &amp; Structure — mini-test va tahlil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Vaqt bilan mini-test (timed)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25 savolga real testga yaqin vaqt beriladi — bu Craft &amp; Structure bo'yicha 'nazorat nuqtasi' vazifasini o'taydi.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davomida 'Mark for Review' texnikasidan foydalaning — qiyin savollarni belgilab, keyin qaytib kelish.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tugagach darrov natijani (to'g'ri/noto'g'ri soni) yozib qo'yish muhim.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28/104  •  Craft &amp; Structure — mini-test va tahlil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Xatolar tahlili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noto'g'ri javobni uchta toifaga ajrating: concept (tushunmagan), careless (e'tiborsizlik), vaqt (shoshilish).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Concept xatolari — qoidani qaytadan o'rganish kerakligini bildiradi.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Careless xatolari — sekinroq, diqqat bilan o'qish kerakligini bildiradi; vaqt xatolari — tezlik mashqi kerakligini bildiradi.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28/104  •  Craft &amp; Structure — mini-test va tahlil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Takroriy xato turlari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 xil turdagi xato (masalan, Words in Context'da ohang xatosi) 2 martadan ko'p takrorlansa — bu tizimli zaiflik.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Tizimli zaiflikni alohida yozib, navbatdagi mustaqil mashqlarda ustuvor qiling.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Tasodifiy (bir martalik) xatolarga ortiqcha vaqt sarflash shart emas.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14427"/>
                </a:solidFill>
                <a:latin typeface="Calibri"/>
              </a:rPr>
              <a:t>Eslatma: xato tahlili — mini-testning ENG MUHIM qismi, testning o'zidan ko'ra ko'proq foyda beradi.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28/104  •  Craft &amp; Structure — mini-test va tahlil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Domen bo'yicha o'sishni baholash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13–28-darslar davomidagi barcha mashqlar va mini-test natijasini solishtirib, umumiy o'sish trendini ko'ring.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muayyan sub-mavzu (Words/Structure/Cross-Text) barqaror past bo'lsa, qo'shimcha individual mashq rejalashtiring.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baholash 41–44-darslardagi yakuniy RW takrorida qayta ishlatiladi.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28/104  •  Craft &amp; Structure — mini-test va tahlil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Mini-testda bir savolni shoshilib o'qib, 'asosiy g'oya' o'rniga 'tafsilot' variantini tanlagan bo'lsangiz.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Xato turini aniqlaymiz: savol turini noto'g'ri aniqlash, bu 'careless' (e'tiborsizlik) toifasiga kiradi.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Sababini yozamiz: savol so'zini ('asosan' so'zini) o'tkazib yuborgan.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Yechim: savol matnini ikki marta o'qish odatini shakllantirish.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Mini-test: 25 savol, vaqt bilan (timed)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xatoni darhol uch toifaga (concept/careless/vaqt) ajratish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Natijani shaxsiy progress jadvaliga yozish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28/104  •  Craft &amp; Structure — mini-test va tahlil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 tahlili uch toifaga (concept/careless/vaqt) asoslanadi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Takroriy xatolar — tizimli zaiflik, ustuvor e'tibor talab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Progress jadvali — butun dastur davomida o'sishni kuzatish vositasi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Barcha mini-test xatolarini batafsil tahlil qilib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Tizimli zaiflik turini aniqlab, undan 15 qo'shimcha savol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Shaxsiy progress jadvalini yangilash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