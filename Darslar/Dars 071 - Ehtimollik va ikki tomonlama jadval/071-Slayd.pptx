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548640"/>
            <a:ext cx="502920" cy="502920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188720"/>
            <a:ext cx="292608" cy="292608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1463040"/>
            <a:ext cx="256032" cy="256032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502920"/>
            <a:ext cx="201168" cy="201168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60" y="1737360"/>
            <a:ext cx="164592" cy="164592"/>
          </a:xfrm>
          <a:prstGeom prst="ellipse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71 / 104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Ehtimollik va ikki tomonlama jadval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24-hafta   •   2-bosqich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ehtimollikni hisoblash va ikki tomonlama jadval (two-way table) orqali shartli ehtimollikni topishni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Ehtimollik va ikki tomonlama jadval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O'QUV NATIJASI: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Asosiy ehtimollik formulasini to'g'ri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Ikki tomonlama jadvaldan ma'lumot o'qiydi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Shartli ehtimollikni to'g'ri hisoblaydi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DARS REJASI: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Asosiy ehtimollik formulasi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Ikki tomonlama jadval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Shartli ehtimollik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Jadvaldan ma'lumot o'qish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71/104  •  Ehtimollik va ikki tomonlama jadval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Asosiy ehtimollik formulasi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Ehtimollik = qulay hodisalar soni / jami hodisalar soni.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Ehtimollik har doim 0 (mumkin emas) va 1 (aniq) orasida bo'ladi, foiz sifatida ham ifodalanishi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SAT'da ehtimollik ko'pincha jadval yoki to'plam ma'lumotlaridan HISOBLAB topiladi, formula bilvosita qo'llaniladi.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71/104  •  Ehtimollik va ikki tomonlama jadval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Ikki tomonlama jadval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tomonlama jadval — ikki kategoriyali o'zgaruvchini bir vaqtda ko'rsatadigan jadval (qator va ustunlar).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Jadvaldagi har bir katak — ikki shartning BIRGALIKDA bajarilgan holatlar sonini ko'rsatadi.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Qator/ustun YIG'INDILARI — har bir kategoriyaning JAMI sonini beradi, ehtimollik hisoblashda maxraj sifatida ishlatiladi.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71/104  •  Ehtimollik va ikki tomonlama jadval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Shartli ehtimollik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Shartli ehtimollik — 'agar X sharti bajarilgan bo'lsa, Y ehtimoli qancha' degan savolga javob beradi.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Hisoblashda, maxraj FAQAT berilgan shart bajarilgan qatorga/ustunga TEGISHLI jami son bo'ladi (butun jadval emas).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farq — shartli va shartsiz (umumiy) ehtimollik orasidagi ENG MUHIM tafovut.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393185"/>
                </a:solidFill>
                <a:latin typeface="Calibri"/>
              </a:rPr>
              <a:t>Eslatma: 'qachonki/agar' so'zlari bilan boshlangan savol — shartli ehtimollikka ishora, maxrajni FAQAT mos qatorga/ustunga cheklang.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71/104  •  Ehtimollik va ikki tomonlama jadval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Jadvaldan ma'lumot o'qish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Savolni diqqat bilan o'qib, qaysi katak(lar) 'qulay hodisa', qaysilari 'jami' ekanini aniq belgilash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Ba'zan jadvalda umumiy yig'indi berilmagan bo'lishi mumkin — uni qator/ustun yig'indilaridan hisoblash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Murakkab savollarda bir nechta katakni QO'SHISH kerak bo'lishi mumkin (masalan, 'A yoki B' turidagi savollar).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71/104  •  Ehtimollik va ikki tomonlama jadval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SAVOL: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Jadvalda 50 talabadan 30 tasi qiz, 20 tasi o'g'il. Qizlardan 18 tasi sport bilan shug'ullanadi. Tasodifan tanlangan qiz sport bilan shug'ullanish ehtimoli qancha?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93185"/>
                </a:solidFill>
                <a:latin typeface="Calibri"/>
              </a:rPr>
              <a:t>YECHIM QADAMLARI: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Bu shartli ehtimollik: shart — talaba qiz bo'lishi, maxraj FAQAT qizlar soni (30), 50 emas.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Qulay hodisa — sport bilan shug'ullanuvchi qizlar soni: 18.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Ehtimollik = 18/30 = 3/5 = 0.6 (60%).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93185"/>
                </a:solidFill>
                <a:latin typeface="Calibri"/>
              </a:rPr>
              <a:t>DARSDA AMALIYOT: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asosiy ehtimollik savolini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ikki tomonlama jadvaldan ma'lumot o'qish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shartli ehtimollik savolini to'g'ri maxraj bilan yechish</a:t>
            </a:r>
          </a:p>
        </p:txBody>
      </p:sp>
      <p:pic>
        <p:nvPicPr>
          <p:cNvPr id="15" name="Picture 1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71/104  •  Ehtimollik va ikki tomonlama jadval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ASOSIY XULOSALAR: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Ehtimollik = qulay/jami, har doim 0 va 1 orasida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Ikki tomonlama jadval — ikki kategoriyani birgalikda ko'rsatadi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Shartli ehtimollikda maxraj FAQAT shart bajarilgan guruhga cheklanadi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UY VAZIFASI: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ehtimollik va jadval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8 ta shartli ehtimollik savolini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savolda 'A yoki B' turidagi birlashgan hodisalarni hisoblash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5" name="Picture 1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