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91440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47C3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88 / 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Test #2 — Math (Bluebook)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447C3F"/>
                </a:solidFill>
                <a:latin typeface="Calibri"/>
              </a:rPr>
              <a:t>29-hafta   •   3-bosqich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ikkinchi to'liq Math bo'limini topshirib, 86-darsdagi maqsadli drill va Desmos optimallashtirish natijasini sinaysiz.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To'liq Test #2 — Math (Bluebook)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Math bo'limini ikkinchi marta, yaxshilangan Desmos tezligi bilan topshiradi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86-darsda mustahkamlangan zaif domenni real testda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Chidamlilikni ikki bo'lim davomida saqlaydi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Birinchi testdan farqlar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Chidamlilikni saqlash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Desmos va strategiya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447C3F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yakunida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88/104  •  To'liq Test #2 — Math (Bluebook)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Birinchi testdan farqlar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86-darsda mustahkamlangan zaif domen (masalan, Advanced Math) ga oid savollarda ortib borgan ishonchni kuzating.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Desmosdan foydalanish tezligi — mashq natijasida sezilarli yaxshilanishi kutiladi.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Test #1 Math xatolarini Xatolar Daftaridagi belgilangan turlar bo'yicha TAKRORLAMASLIK.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88/104  •  To'liq Test #2 — Math (Bluebook)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Chidamlilikni saqlash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RW bo'limidan (87-dars) keyin Math o'tilgani uchun, aqliy charchoq tabiiy — qisqa tanaffusda chuqur nafas olish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modul boshida diqqatni 'qaytadan nollash' va birinchi savoldan boshlab to'liq jamlanish muhim.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oxiriga yaqin shoshilish o'rniga, qolgan vaqtni xotirjam baholab, eng samarali tartibda javob berish.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ikki to'liq bo'lim ketma-ket — bu real test kunining aynan o'zi, shuning uchun chidamlilik mashqi ham natijaning bir qismi.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88/104  •  To'liq Test #2 — Math (Bluebook)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Desmos va strategiya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86-darsda mashq qilingan 'qachon Desmos ishlatish' qarorlarini avtomatik, tez qabul qilish.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turini tasniflash va mos strategiyani tanlash — endi tabiiyroq va tezroq bo'lishi kutiladi.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Reference varaqdan kerak bo'lganda tezda foydalanish, vaqtni behuda sarflamaslik.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88/104  •  To'liq Test #2 — Math (Bluebook)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Test yakunida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Ikki bo'lim ham tugagandan keyin, umumiy test kuni tajribasi haqida qisqacha fikr yozish foydali.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To'liq solishtirma tahlil (Test #1 vs Test #2) 89-darsda amalga oshiriladi.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Bugungi kun uchun to'liq dam olish va miya tiniqligini tiklash tavsiya etiladi.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88/104  •  To'liq Test #2 — Math (Bluebook)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Test #1da Geometry &amp; Trig domenida 2 xato bo'lgan edi. Test #2da trigonometriya savoli uchraydi.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86-darsda mustahkamlangan SOH-CAH-TOA qoidasini darhol eslaymiz.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Qarama-qarshi/yondosh/gipotenuza tomonlarni to'g'ri belgilab, formulani qo'llaymiz.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Natijani tekshirib, ishonch bilan javobni belgilaymiz.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Math bo'limini Bluebook'da ikkinchi marta topshirish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86-darsda mustahkamlangan zaif domenga alohida e'tibor berish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447C3F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 bo'lim davomida chidamlilikni saqlash mashqi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88/104  •  To'liq Test #2 — Math (Bluebook)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44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Ikkinchi Math testi — Desmos tezligi va zaif domen mustahkamlanishini sinash imkoniyati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Chidamlilik — ikki bo'lim ketma-ket test kunining muhim qismi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Natijalar solishtirmasi ertaga aniq o'sish ko'rsatkichlarini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To'liq dam olish — ikki bo'lim test kuni tugagandan keyin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#2 natijasi haqidagi kutishlarni (qaysi domenda yaxshilanish sezildi)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447C3F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solishtirma tahlil darsi uchun ikki testning Xatolar Daftarini tayyorlash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