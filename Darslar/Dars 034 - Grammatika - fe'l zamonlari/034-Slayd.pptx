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34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Grammatika: fe'l zamonlari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9-hafta   •   1-bosqich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fe'l zamoni izchilligini, matn konteksti bo'yicha to'g'ri zamonni tanlashni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Grammatika: fe'l zamonlari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Fe'l zamoni izchilligini matn bo'ylab saqlaydi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 konteksti asosida to'g'ri zamonni tanlaydi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Zamon xatolarini aniq topib tuzatadi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Fe'l zamoni izchilligi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Matn konteksti bo'yicha zamon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Tez-tez uchraydigan zamonlar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Zamon xatolarini aniqlash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34/104  •  Grammatika: fe'l zamonlari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Fe'l zamoni izchilligi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 gap yoki bog'liq gaplar guruhida fe'l zamoni odatda BIR XIL bo'lishi kerak (agar vaqt o'zgarishi mantiqan asoslanmagan bo'lsa).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Voqealar tartibi vaqt jihatidan mantiqiy bo'lishi kerak: avvalgi voqea keyingisidan oldin sodir bo'lgan zamonda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Zamonni o'zgartirish faqat VAQT haqiqatan o'zgargan joyda mantiqiy bo'ladi.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34/104  •  Grammatika: fe'l zamonlari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Matn konteksti bo'yicha zamon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Butun paragraf qaysi zamonda yozilganini (o'tgan, hozirgi, kelasi) aniqlang, so'ng tekshirilayotgan fe'lni shu zamonga moslang.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ko'rsatkichlari (so'zlar: 'hozir', 'o'tgan yili', 'kelajakda') zamonni aniq belgilaydi — ularga e'tibor bering.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matn umumiy haqiqat haqida gapirsa (masalan, ilmiy fakt), odatda hozirgi zamon ishlatiladi.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34/104  •  Grammatika: fe'l zamonlari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Tez-tez uchraydigan zamonlar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Simple past — tugallangan, aniq vaqtli o'tgan voqea uchun.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Present perfect — o'tmishda boshlangan, hozirgi vaqtga bog'liq yoki natijasi davom etayotgan voqea uchun.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Past perfect — boshqa o'tgan voqeadan OLDIN sodir bo'lgan voqeani ko'rsatish uchun ('had + III forma').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Eslatma: past perfect ('had done') ko'pincha ikkita o'tgan voqea orasidagi TARTIBNI ko'rsatish uchun zarur bo'ladi.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34/104  •  Grammatika: fe'l zamonlari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Zamon xatolarini aniqlash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Gapda ikki fe'l bo'lib, ular bir xil vaqt oralig'iga tegishli bo'lsa-yu, turli zamonda yozilgan bo'lsa — bu xato signali.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 orasida faqat zamon farq qiladigan holatlarda, butun paragraf zamonini qaytadan tekshiring.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Diqqat: ba'zan fe'l shakli to'g'ri tuyulsa-da (masalan grammatik to'g'ri), kontekstga zid zamonda bo'lishi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34/104  •  Grammatika: fe'l zamonlari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'U kitobni o'qigan paytda, telefon ___ (jiringladi/jiringlagandi).' Qaysi zamon to'g'ri?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voqea bor: kitob o'qish (davom etayotgan) va telefon jiringlashi.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Telefon jiringlashi kitob o'qish DAVOMIDA sodir bo'lgan, undan oldin emas — demak simple past kerak.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javob: 'jiringladi' (simple past), 'jiringlagandi' emas (bu boshqa vaziyatda kerak bo'lardi).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fe'l zamoni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paragrafning umumiy zamonini aniqlash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Past perfect kerak bo'lgan holatlarni alohida ajratib mashq qilish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34/104  •  Grammatika: fe'l zamonlari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Zamon o'zgarishi faqat vaqt haqiqatan o'zgarganda mantiqiy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Butun paragraf zamonini aniqlash — to'g'ri fe'l shaklini tanlashning kaliti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Past perfect ikkita o'tgan voqea orasidagi tartibni ko'rsatadi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fe'l zamoni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paragrafda zamon izchilligini tekshirib, xatolarni belgilash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Past perfect bilan 3 ta o'z gapini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