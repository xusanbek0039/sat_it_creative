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35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Grammatika: olmoshlar va modifikatorlar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9-hafta   •   1-bosqich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olmosh-antesedent mosligi va modifikatorlarning (dangling/misplaced) to'g'ri joylashuvini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Grammatika: olmoshlar va modifikatorlar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Olmosh-antesedent moslikni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Noaniq (ambiguous) olmoshlarni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Modifikator joylashuv xatolarini topib tuzatadi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Olmosh-antesedent mosligi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Olmosh aniqligi (ambiguous pronouns)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Modifikatorlar (dangling/misplaced)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Modifikator joylashuvi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Olmosh-antesedent mosligi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Olmosh (u, ular, bu) o'zining antesedenti (ya'ni olmosh almashtirgan ot) bilan SON jihatidan mos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Birlik antesedent — birlik olmosh; ko'plik antesedent — ko'plik olmosh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Antesedentni aniqlashda gap oldidagi eng yaqin mos otni emas, MANTIQAN to'g'ri otni qidiring.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Olmosh aniqligi (ambiguous pronouns)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gapda bir xil sonli ikki ot bo'lib, olmosh ikkisidan biriga ham tegishli bo'lishi mumkin bo'lsa — bu noaniqlik xatosi.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noaniq olmosh ishlatilgan gap odatda TUZATISH talab qiladi — aniq otni qaytarish orqali.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orasida olmosh o'rniga aniq ot qo'yilgan variant ko'pincha to'g'ri javob bo'ladi.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Modifikatorlar (dangling/misplaced)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Modifikator — gapning boshqa qismini tasvirlovchi so'z yoki ibora (ko'pincha gap boshida -gan/-ib qo'shimchali ibora).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Dangling modifier — modifikator tasvirlamoqchi bo'lgan ot gapda umuman yo'q yoki noto'g'ri joyda.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Misplaced modifier — modifikator noto'g'ri otga yaqin joylashtirilgani uchun ma'no chalkashadi.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gap boshidagi modifikator doim undan KEYIN kelgan birinchi otni tasvirlashi kerak — bu eng tez tekshirish usuli.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Modifikator joylashuvi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Modifikatordan keyin kelgan ot — modifikator MANTIQAN tasvirlashi mumkin bo'lgan ot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modifikatordan keyin noto'g'ri ot kelsa, gap kulgili yoki mantiqsiz ma'no anglatadi — bu signal vazifasini o'taydi.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variant — modifikatordan keyin to'g'ri ot kelgan va gap mantiqiy bo'lgan variant.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'Kitobni o'qib bo'lgach, televizor o'chirildi.' Bu to'g'rimi?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Modifikator: 'Kitobni o'qib bo'lgach' — kim o'qigan ekanini tasvirlashi kerak.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Modifikatordan keyin kelgan ot: 'televizor' — lekin televizor kitob o'qiy olmaydi, bu mantiqsiz.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Tuzatish: 'Kitobni o'qib bo'lgach, U televizorni o'chirdi.' (to'g'ri ot — shaxs — qo'shildi).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olmosh/modifikator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gapda olmosh antesedentini chizib ko'rsatish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Dangling modifier'li 5 ta gapni topib tuzatish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35/104  •  Grammatika: olmoshlar va modifikatorlar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Olmosh antesedenti bilan son jihatidan mos bo'lishi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Noaniq olmosh — ikki ottan biriga tegishli bo'lishi mumkin bo'lgan xato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Gap boshidagi modifikator undan keyingi birinchi otni tasvirlashi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olmosh/modifikator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noaniq olmoshli gapni aniq ot bilan tuzatish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dangling modifier xatosini o'zi yozib, tuzatish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