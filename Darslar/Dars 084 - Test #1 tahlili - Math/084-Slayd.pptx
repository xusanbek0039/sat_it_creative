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146304" cy="685800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19" y="0"/>
            <a:ext cx="146304" cy="685800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84 / 104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Test #1 tahlili — 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93185"/>
                </a:solidFill>
                <a:latin typeface="Calibri"/>
              </a:rPr>
              <a:t>28-hafta   •   3-bosqich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birinchi testdagi Math natijangizni domen bo'yicha chuqur tahlil qilib, zaif nuqtalarni aniq belgilaysiz.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Test #1 tahlili — Math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Math natijasini to'rt domen bo'yicha ajratib tahlil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Har bir xatoning aniq sababini belgilaydi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Zaif Math domenlarini Xatolar Daftariga yozib, formula/texnikalarni qayta ko'radi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Natijani domen bo'yicha ajratish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Xato sababini aniqlash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Xatolar Daftariga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Ustuvorlikni belgilash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84/104  •  Test #1 tahlili — Math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Natijani domen bo'yicha ajratish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xato savolni to'rt Math domenidan (Algebra, Advanced Math, PSDA, Geometry &amp; Trig) biriga belgilash.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domen bo'yicha xato sonini alohida hisoblab, foiz nisbatda ko'rsatish.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Math domenlari RW dan ko'ra ko'proq FORMULA-bog'liq bo'lgani uchun, aniq qaysi formula/usul xato qilinganini belgilash muhim.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84/104  •  Test #1 tahlili — Math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Xato sababini aniqlash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Concept xatosi — formulani bilmaslik yoki noto'g'ri formula qo'llash (masalan, diskriminant formulasini unutish).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Careless xatosi — hisoblashda arifmetik xato yoki ishorani (musbat/manfiy) chalkashtirish.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Vaqt xatosi — murakkab masala uzoq vaqt olib, keyingi savollarga ulgurmaslik.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D14427"/>
                </a:solidFill>
                <a:latin typeface="Calibri"/>
              </a:rPr>
              <a:t>Eslatma: Math xatolarida ko'pincha 'careless' deb tuyulgan xato aslida 'concept' bo'lishi mumkin — masalan, ishora xatosi tez-tez bir xil formulada takrorlansa, bu qoidani chuqur tushunmaslikdan kelib chiqadi.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84/104  •  Test #1 tahlili — Math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Xatolar Daftariga yozish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xato savol — qaysi formula/usul kerak edi, qanday xato qilindi va to'g'ri yechim qadamlari bilan daftarga kiritiladi.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Formula bilan bog'liq xatolar uchun, formulaning o'zini alohida belgilab qo'yish foydali (tez-tez ko'rib turish uchun).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daftar 89, 95 va 96-darslarda qayta ko'rib chiqiladi.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84/104  •  Test #1 tahlili — Math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Ustuvorlikni belgilash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ko'p xato bo'lgan domen — keyingi mustaqil mashqlarda birinchi ustuvorlik.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Advanced Math (kvadrat/ko'phad/eksponensial) odatda eng ko'p formula talab qiladigan domen — agar shu yerda xato ko'p bo'lsa, formulalarni qayta yodlash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86-darsdagi 'Math zaif tomonlar drill' aynan shu tahlil natijasiga asoslanadi.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84/104  •  Test #1 tahlili — Math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22 savoldan 5 tasi xato: 2 tasi Advanced Math, 2 tasi Geometry &amp; Trig, 1 tasi PSDA.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14427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Domen bo'yicha jadval tuzamiz: Advanced Math=2, Geometry &amp; Trig=2, PSDA=1, Algebra=0.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Advanced Math va Geometry &amp; Trig teng darajada zaif ekanini ko'ramiz.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86-darsdagi drillni ikki domenga teng taqsimlab rejalashtiramiz.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14427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#1 Math natijasini birgalikda, savol-savol tahlil qilish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xatoni domen va sabab bo'yicha jadvalga kiritish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Eng zaif 1-2 domenni aniq belgilash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84/104  •  Test #1 tahlili — Math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Math xatolari ko'pincha formula/ishora bilan bog'liq — aniq sababni belgilash muhim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Domen bo'yicha tahlil — qaysi formulalarni qayta ko'rish kerakligini ko'rsatadi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Xatolar Daftari — Math uchun ham eng qimmatli mustahkamlash vositasi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Eng zaif Math domenidan 20 ta qo'shimcha savol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Xatolar Daftarini bugungi barcha xatolar bilan to'liq to'ldirish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Zaif domenga tegishli formulalarni (45-80 orasidan) qaytadan ko'zdan kechirish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