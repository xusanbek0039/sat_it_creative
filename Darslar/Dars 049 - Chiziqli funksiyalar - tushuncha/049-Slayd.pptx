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4242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49 /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Chiziqli funksiyalar — tushuncha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4242"/>
                </a:solidFill>
                <a:latin typeface="Calibri"/>
              </a:rPr>
              <a:t>17-hafta   •   2-bosqich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funksiya yozuvini (f(x)) tushunish, funksiyani 'kirish → natija' jarayoni sifatida o'qishni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Chiziqli funksiyalar — tushuncha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Funksiya yozuvini (f(x)) to'g'ri o'qiydi va talqin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Funksiyani jadval va grafik orqali tasvirlay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Berilgan kirish qiymati uchun funksiya qiymatini topadi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Funksiya yozuvi f(x)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Funksiyani 'kirish → natija' deb o'qish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Funksiya jadvali va grafigi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Funksiya qiymatini topish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49/104  •  Chiziqli funksiyalar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Funksiya yozuvi f(x)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f(x) — 'x kiritilganda funksiya qaytaradigan natija' degan ma'noni bildiradi, f harfi funksiya nomi, x esa kirish o'zgaruvchisi.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f(3) — funksiyaga 3 sonini qo'yib hisoblangan natijani bildiradi, 'f marta 3'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Turli funksiyalar uchun turli harflar (f, g, h) ishlatilishi mumkin — bular bir-biridan mustaqil.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49/104  •  Chiziqli funksiyalar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Funksiyani 'kirish → natija' deb o'qish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funksiyani 'mashina' sifatida tasavvur qiling: kirish (x) qo'yiladi, qoidaga ko'ra qayta ishlanadi, natija (f(x)) chiqadi.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tasavvur funksiya kompozitsiyasi va murakkab savollarni tushunishni osonlashtiradi.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Funksiya qoidasi — odatda algebraik ifoda (masalan, f(x) = 2x+1) shaklida beriladi.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49/104  •  Chiziqli funksiyalar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Funksiya jadvali va grafigi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Funksiya jadvalida har bir x qiymatiga mos f(x) qiymati ko'rsatiladi — bu funksiyani 'nuqta-nuqta' tasvirlaydi.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Funksiya grafigida x o'qi — kirish, y o'qi — natija (y = f(x)) sifatida o'qiladi.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Grafikdagi har bir nuqta (x, f(x)) juftligini bildiradi.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02C45"/>
                </a:solidFill>
                <a:latin typeface="Calibri"/>
              </a:rPr>
              <a:t>Eslatma: 'y = f(x)' yozuvi — funksiya grafigi bilan oddiy y=... tenglama orasidagi bog'lanishni ko'rsatadi, ular aslida bir xil narsa.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49/104  •  Chiziqli funksiyalar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Funksiya qiymatini topish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f(a) ni topish uchun funksiya qoidasidagi har bir x o'rniga 'a' sonini qo'yib hisoblang.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savol 'f(x) = 7 bo'lganda x nima?' deb so'rasa, bu teskari masala — tenglamani x uchun yeching.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Jadval yoki grafikdan f(a) qiymatini topish uchun, x=a ustuniga/nuqtasiga mos y qiymatini o'qing.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49/104  •  Chiziqli funksiyalar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f(x) = 3x - 5 berilgan. f(4) ni toping, so'ng f(x) = 10 bo'lganda x ni toping.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f(4): x o'rniga 4 qo'yamiz: 3(4)-5 = 12-5 = 7. Demak f(4)=7.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f(x)=10: 3x-5=10 tenglamasini yechamiz: 3x=15, x=5.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Javoblar: f(4)=7, va f(x)=10 bo'lganda x=5.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12 ta funksiya yozuvi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funksiyani 'mashina' diagrammasi sifatida chizish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Jadval va grafikdan funksiya qiymatini o'qish mashqi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49/104  •  Chiziqli funksiyalar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f(x) — x kirganda funksiya qaytaradigan natija, ko'paytirish emas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Funksiyani 'kirish → qoida → natija' mashinasi sifatida tasavvur qilish foydali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f(a) topish — x o'rniga a qo'yish; f(x)=a dan x topish — teskari tenglama yechish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funksiya yozuvi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funksiya uchun jadval tuzib, grafik chizish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f(x)=berilgan qiymat turidagi 5 ta teskari masala yechish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