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548640" y="502920"/>
            <a:ext cx="13350240" cy="15544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73152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53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Chiziqli tengsizliklar — tushuncha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18-hafta   •   2-bosqich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chiziqli tengsizliklarni yechish, ularni sonlar o'qida va grafikda tasvirlashni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Chiziqli tengsizliklar — tushuncha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Chiziqli tengsizlikni to'g'ri bosqichlarda yechadi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Manfiy songa ko'paytirish/bo'lishda belgi yo'nalishini to'g'ri o'zgartiradi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Tengsizlik yechimini sonlar o'qi va grafikda tasvirlaydi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Tengsizliklarni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Manfiyga ko'paytirsa belgi teskari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Sonlar o'qida tasvirlash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Tengsizlik sohasi (grafik)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53/104  •  Chiziqli tengsizliklar — tushuncha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Tengsizliklarni yechish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Tengsizlik (&lt; , &gt;, ≤, ≥) tenglama kabi yechiladi: ikki tomonga bir xil amal qo'llanadi.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Yechim — bitta son emas, balki BUTUN ORALIQ (masalan, x&gt;3 — 3dan katta barcha sonlar).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Bosqichlar tenglama yechishdagi kabi: qavslarni ochish, o'xshash hadlarni qo'shish, noma'lumni ajratish.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53/104  •  Chiziqli tengsizliklar — tushuncha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Manfiyga ko'paytirsa belgi teskari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Tengsizlikning ikki tomonini MANFIY songa ko'paytirganda yoki bo'lganda, tengsizlik belgisi TESKARI bo'ladi (&lt; → &gt;, va aksincha).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qoida — chiziqli tengsizliklardagi eng ko'p uchraydigan xato manbai.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Belgi o'zgarishini unutmaslik uchun, har safar manfiy songa ko'paytirish/bo'lishda alohida diqqat qiling.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53/104  •  Chiziqli tengsizliklar — tushuncha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Sonlar o'qida tasvirlash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Qattiq (to'lgan) doira — 'teng' belgisini o'z ichiga oladi (≤, ≥); bo'sh doira — faqat qattiq tengsizlik (&lt;, &gt;).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O'qdagi soyalangan qism — yechim oralig'ini ko'rsatadi (chapga yoki o'ngga).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Yo'nalishni tekshirish uchun, oraliqdan bir sonni tanlab, asl tengsizlikka qo'yib tasdiqlash foydali.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56570"/>
                </a:solidFill>
                <a:latin typeface="Calibri"/>
              </a:rPr>
              <a:t>Eslatma: 'qattiq/bo'sh doira' farqini chalkashtirmaslik uchun, ≤/≥ — chegara qiymat HAM yechimga kiradi, deb yodda tuting.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53/104  •  Chiziqli tengsizliklar — tushuncha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Tengsizlik sohasi (grafik)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o'zgaruvchili tengsizlik (y &gt; mx+b) tekislikda BUTUN SOHANI (chiziqning bir tomonini) ifodalaydi.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Chegarani (chiziqning o'zini) qattiq chiziq (≤,≥) yoki uzuq chiziq (&lt;,&gt;) bilan tasvirlanadi.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Qaysi tomon soyalanishini tekshirish uchun, biror nuqtani (masalan, (0,0)) tengsizlikka qo'yib tekshirish foydali.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53/104  •  Chiziqli tengsizliklar — tushuncha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-2x + 5 &gt; 11 tengsizligini yeching.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6570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ni ikki tomondan ayiramiz: -2x &gt; 6.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 tomonni -2 ga bo'lamiz, belgi teskari bo'ladi: x &lt; -3.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Yechim: x &lt; -3, sonlar o'qida -3 dan chapga (bo'sh doira bilan) soyalanadi.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6570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chiziqli tengsizlikni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yechimni sonlar o'qida to'g'ri tasvirlash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Manfiy songa ko'paytirish/bo'lish bo'lgan 5 ta misolni alohida ajratib ishlash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53/104  •  Chiziqli tengsizliklar — tushuncha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Tengsizlik tenglama kabi yechiladi, lekin yechim — oraliq, bitta son emas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Manfiy songa ko'paytirish/bo'lish — belgi yo'nalishini teskari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Qattiq doira/chiziq — teng belgisi bor; bo'sh/uzuq — faqat qattiq tengsizlik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chiziqli tengsizlikni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yechimni sonlar o'qida chizib tasvirlash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 ta ikki o'zgaruvchili tengsizlik sohasini grafikka chizish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