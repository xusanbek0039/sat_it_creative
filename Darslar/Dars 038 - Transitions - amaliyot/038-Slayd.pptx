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38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Transitions — amaliyot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10-hafta   •   1-bosqich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murakkab mantiqiy bog'lanishlar va yaqin ma'noli transition so'zlar bilan ishlashni tezlik mashqi orqali chuqurlashtirasiz.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Transitions — amaliyot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Murakkab, ko'p qatlamli mantiqiy bog'lanishlarni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Yaqin ma'noli transition so'zlar orasidan eng to'g'risini tanlaydi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Transition savollarini vaqt bosimida tez yechadi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Murakkab mantiqiy bog'lanishlar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Yaqin ma'noli transition'lar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Tez-tez uchraydigan tuzoqlar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Tezlik mashqi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38/104  •  Transitions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mantiqiy bog'lanishlar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gaplarda munosabat bir qarashda aniq ko'rinmaydi — avvalgi 2-3 gapni hisobga olish kerak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holatlarda butun paragrafning umumiy yo'nalishini (ijobiy/salbiy/neytral) aniqlash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transition oldingi BIR gapga emas, balki butun PARAGRAFGA nisbatan munosabatni bildiradi.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38/104  •  Transitions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Yaqin ma'noli transition'lar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'Shu bilan birga' va 'biroq' ikkisi ham qarama-qarshilik bildiradi, lekin 'shu bilan birga' yumshoqroq, qo'shimcha ma'no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'Natijada' va 'shuning uchun' ikkisi ham sabab-natija, lekin 'natijada' ko'proq OQIBATGA, 'shuning uchun' ko'proq SABABGA urg'u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nozik farqlarni aniqlash uchun gapning aniq mazmunini diqqat bilan tahlil qiling.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38/104  •  Transitions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Tez-tez uchraydigan tuzoqlar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Mantiqan to'g'ri tuyulgan, lekin GAP TURI (sabab o'rniga qo'shimcha) mos kelmaydigan transition tuzoq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ikki transition so'z ham gapga 'mos tuyuladi', lekin faqat bittasi ANIQ mos keladi — ikkinchisi unchalik aniq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Diqqat: gapning oxirigacha o'qimasdan transition tanlamang — ba'zan munosabat gap oxirida ochiladi.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Eslatba: shoshilinch tanlovlar transition savollarida eng ko'p xatoga olib keladi — har doim butun gapni oxirigacha o'qing.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38/104  •  Transitions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Tezlik mashqi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Transition savollari odatda tezroq yechiladi (45-60 soniya) — chunki ular ko'pincha qisqa va aniq mantiqqa asoslanadi.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Tezlik mashqida maqsad — munosabatni 5 soniya ichida aniqlash, transition so'zni 10 soniya ichida tanlash.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ko'nikma keyinchalik to'liq RW modulini vaqtda yakunlashga yordam beradi.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38/104  •  Transitions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'Tadqiqot natijalari kutilganidan past chiqdi. ___, olimlar metodologiyani qayta ko'rib chiqishga qaror qildilar.' Variantlar: 'Shuning uchun' va 'Shu bilan birga'.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Munosabat: birinchi gap sabab (past natija), ikkinchi gap natija (metodologiyani qayta ko'rish) — sabab-natija.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'Shu bilan birga' qarama-qarshilik/qo'shimcha bildiradi, mos kelmaydi.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javob: 'Shuning uchun' — sabab-natija munosabatini aniq ko'rsatadi.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transition savolini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Yaqin ma'noli transition juftliklarini (masalan, 'natijada' vs 'shuning uchun') solishtirish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savolga sarflangan vaqtni nazorat qilish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38/104  •  Transitions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Murakkab bog'lanishlarda butun paragraf yo'nalishini hisobga oling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Yaqin ma'noli transition'lar orasida nozik farqga e'tibor bering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Tezlik — gapni to'liq tushungandan keyin keladi, shoshilmang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transition savolini mustaqil, vaqt bilan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yaqin ma'noli transition juftligini misollar bilan farqlash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O'z natijasini vaqt jihatidan (savol/soniya) baholash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