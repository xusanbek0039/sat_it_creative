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19" y="0"/>
            <a:ext cx="146304" cy="685800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146304" cy="685800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42 / 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RW vaqt strategiyasi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11-hafta   •   1-bosqich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RW modulida vaqtni samarali boshqarish, har savolga taxminan 70 soniya ajratish strategiyasini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RW vaqt strategiyasi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modulida vaqtni aniq taqsimlaydi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Og'ir savollarni belgilab, keyinroq qaytishni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Modulni to'liq vaqt nazorati bilan yakunlaydi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Har savolga ~70 soniya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Og'ir savollarni belgilab o'tish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Tez o'qish va tez qaror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Modul boshqaruvi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42/104  •  RW vaqt strategiyasi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Har savolga ~70 soniya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RW modulida 27 savolga 32 daqiqa beriladi — bu o'rtacha 71 soniya/savol degani.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savol turlari (transition, punktuatsiya) tezroq (40-50 soniya), boshqalari (cross-text, inference) sekinroq (90-100 soniya) yechiladi.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o'rtacha vaqtni saqlab, qiyin savollarga ortiqcha vaqt sarflamaslik.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42/104  •  RW vaqt strategiyasi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Og'ir savollarni belgilab o'tish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savolga 90 soniyadan ortiq vaqt ketsa, eng mantiqiy taxminni belgilang va 'Mark for Review' bilan belgilab, keyingisiga o'ting.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oxirida qolgan vaqt bo'lsa, belgilangan savollarga qaytib, qayta ko'rib chiqing.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Hech qachon bir savolda 'qolib ketmang' — bu boshqa oson savollarni yo'qotishga olib keladi.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42/104  •  RW vaqt strategiyasi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 o'qish va tez qaror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Matnni o'qishda har bir so'zni emas, ASOSIY mazmunni tez ushlab olishga e'tibor bering.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turini aniqlagach, kerakli strategiyani DARHOL qo'llang — ortiqcha ikkilanmang.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variant orasida uzoq ikkilanish — vaqt yo'qotishning asosiy sababi; bunday holatda eng kuchli kontekst signaliga tayaning.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14427"/>
                </a:solidFill>
                <a:latin typeface="Calibri"/>
              </a:rPr>
              <a:t>Eslatma: tezlik aniqlikdan ustun emas — lekin haddan tashqari sekinlik ham noto'g'ri natijaga olib keladi, muvozanat kerak.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42/104  •  RW vaqt strategiyasi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Modul boshqaruvi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boshida vaqt taymerini tekshirib, har 10 savoldan keyin qolgan vaqtni nazorat qiling (taxminan har 10 savolga ~12 daqiqa).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vaqtdan orqada qolayotganini sezsangiz, keyingi 2-3 savolni biroz tezlashtiring.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14427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oxirgi 5 daqiqasida barcha belgilangan savollarga qaytib ko'rib chiqing.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42/104  •  RW vaqt strategiyasi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Modul davomida 15-savolga kelganda soat 16 daqiqa o'tganini ko'rasiz (jami 32 daqiqadan).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Reja bo'yicha 15-savolga ~16 daqiqa to'g'ri keladi (15 x 71 soniya ≈ 17.75 daqiqa) — demak vaqtdan biroz oldindasiz.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holatda hozirgi tezlikni saqlab davom etish mumkin.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Agar 15-savolda 20 daqiqa o'tgan bo'lsa — bu orqada qolish signali, keyingi savollarni tezlashtirish kerak.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14427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Timed drill: tezlik fokusida 20 ta savol, har biriga aniq vaqt chegarasi bilan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10 savoldan keyin qolgan vaqtni tekshirish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Og'ir savollarni belgilab o'tish va qaytish texnikasini amalda qo'llash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42/104  •  RW vaqt strategiyasi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0"/>
            <a:ext cx="146304" cy="64008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0"/>
            <a:ext cx="146304" cy="640080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14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O'rtacha 71 soniya/savol — RW modulining asosiy vaqt me'yori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Og'ir savolni belgilab o'tish — vaqtni saqlashning eng samarali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10 savoldan keyin vaqtni tekshirish — modulni nazoratda saqlaydi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14427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Timed mashq: 27 savol, 32 daqiqa (to'liq modul vaqti)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10 savoldan keyingi vaqt nazoratini yozib borish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Mashq natijasida qaysi savol turlariga ko'proq vaqt ketganini tahlil qilish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