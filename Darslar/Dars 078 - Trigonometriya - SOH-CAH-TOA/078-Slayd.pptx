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Trigonometriya — SOH-CAH-TOA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26-hafta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sin, cos, tan ta'riflarini, komplementar burchaklar munosabatini va trig nisbatlarini qo'llashni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Trigonometriya — SOH-CAH-TOA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SOH-CAH-TOA orqali sin, cos, tan 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Komplementar burchaklar munosabatidan foydalanadi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Trig nisbatlar orqali noma'lum burchak/tomonni topadi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SOH-CAH-TOA ta'rifi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Qaysi tomon qaysi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Komplementar burchaklar munosabati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Burchak/tomon topish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SOH-CAH-TOA ta'rifi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SOH: sin(burchak) = Qarama-qarshi tomon / Gipotenuza.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CAH: cos(burchak) = Yondosh tomon / Gipotenuza.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TOA: tan(burchak) = Qarama-qarshi tomon / Yondosh tomon.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Qaysi tomon qaysi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'Qarama-qarshi' (opposite) — qaraladigan burchakka TO'G'RIDAN-TO'G'RI qarshi joylashgan tomon.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'Yondosh' (adjacent) — qaraladigan burchak yonida (lekin gipotenuza emas) joylashgan tomon.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Gipotenuza — har doim to'g'ri burchakka qarama-qarshi, eng uzun tomon (burchakdan qat'iy nazar o'zgarmaydi).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Komplementar burchaklar munosabati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burchakli uchburchakda, ikki o'tkir burchak yig'indisi 90° (komplementar)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Munosabat: sin(x) = cos(90°-x), va cos(x) = sin(90°-x) — bu ikki funksiya bir-birining 'komplementi'.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munosabat SAT'da ko'pincha to'g'ridan-to'g'ri 'sin(x)=cos(?) ' shaklida so'raladi, qo'shimcha hisoblashsiz javob beriladi.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Eslatma: 'sin(x) = cos(90-x)' formulasi — uchburchakni chizib hisoblashga vaqt sarflamasdan tezda javob berishga yordam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Burchak/tomon topish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tomon ma'lum bo'lsa, mos trig nisbatni tanlab, burchakni teskari trig funksiya (arcsin/arccos/arctan) orqali topish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tomon va bir burchak ma'lum bo'lsa, mos trig nisbatni tenglama sifatida yozib, noma'lum tomonni topish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Hisob-kitobdan oldin, qaysi tomonlar 'qarama-qarshi/yondosh/gipotenuza' ekanini ANIQ belgilash — xatoning oldini oladi.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To'g'ri burchakli uchburchakda, bir o'tkir burchak 30°, unga qarama-qarshi tomon 5. Gipotenuzani toping.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SOH formulasi: sin(30°) = qarama-qarshi/gipotenuza = 5/gipotenuza.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sin(30°) = 0.5 ekanini bilamiz: 0.5 = 5/gipotenuza.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Gipotenuza = 5/0.5 = 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SOH-CAH-TOA asosida tomon/burchak topish savoli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komplementar burchak munosabati savoli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murakkab, ko'p qadamli trigonometriya masalasi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78/104  •  Trigonometriya — SOH-CAH-TOA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SOH-CAH-TOA — sin/cos/tan ni tomonlar nisbati orqali ta'riflaydi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sin(x) = cos(90°-x) — komplementar burchaklar munosabati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Trig nisbatlar — noma'lum tomon yoki burchakni topishda tenglama sifatida ishlatiladi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SOH-CAH-TOA masalasini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komplementar burchak munosabati savolini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amaliy (balandlik/masofa) trigonometriya masalasini yechish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