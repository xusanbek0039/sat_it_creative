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SAT tanishuv va Bluebook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1-hafta   •   0-bosqich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Digital SAT imtihonining tuzilishi, ball tizimi va Bluebook test ilovasi bilan tanishasiz — bu butun tayyorgarlik dasturining poydevori.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SAT tanishuv va Bluebook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SAT imtihonining umumiy tuzilishi va ball tizimini tushuntirib bera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Bluebook ilovasini mustaqil o'rnatadi va asosiy interfeys elementlarini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Imtihon kunidagi vaqt taqsimotini (modul, tanaffus) aniq biladi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SAT nima va u nima uchun kerak?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Digital SAT formati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Vaqt taqsimoti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Bluebook ilovasi bilan tanishish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SAT nima va u nima uchun kerak?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(Scholastic Assessment Test) — AQSh va dunyo bo'ylab ko'plab universitetlar tomonidan qabul qilinadigan standartlashtirilgan test.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Ball diapazoni 400 dan 1600 gacha: Reading &amp; Writing (200–800) + Math (200–800).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Yuqori SAT ball — grant va stipendiya olish imkoniyatini sezilarli oshiradi.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Digital SAT formati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asosiy bo'lim: Reading &amp; Writing (RW) va Math.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bo'lim 2 adaptiv moduldan iborat — 1-modul natijasiga qarab 2-modul qiyinligi moslashadi.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'adaptive testing' deyiladi: birinchi modulda yaxshi natija — ikkinchi modulda qiyinroq (ko'p ball beruvchi) savollar.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adaptiv tizim sababli birinchi moduldagi har bir savol muhim — uni yengil deb e'tiborsiz qoldirmang.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taqsimoti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Reading &amp; Writing: 64 daqiqa (2 x 32 daqiqa, har birida 27 savol).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Tanaffus: 10 daqiqa.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Math: 70 daqiqa (2 x 35 daqiqa, har birida 22 savol).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Jami imtihon vaqti: taxminan 2 soat 14 daqiqa.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Bluebook ilovasi bilan tanishish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Bluebook — College Board tomonidan ishlab chiqilgan rasmiy test ilovasi, kompyuterga oldindan o'rnatiladi.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Interfeys: savol paneli, belgilash (mark for review), kalkulyator tugmasi (Math uchun), vaqt ko'rsatkichi.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Ilovada amaliy (full-length) testlarni ham yechish mumkin — bu eng yaxshi mashq usuli.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SAT'da Reading &amp; Writing bo'limi nechta moduldan iborat va har bir modulga necha daqiqa beriladi?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RW bo'limi 2 adaptiv moduldan iborat ekanini eslang.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modulga 32 daqiqa beriladi (jami 64 daqiqa).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2 modul, har biri 32 daqiqadan.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Bluebook ilovasini o'qituvchi yordamida o'rnatish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Interfeys bo'ylab qisqa sayohat: savollarni belgilash, kalkulyatorni ochish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2-3 ta sinov savolini yechib ko'rish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1/104  •  SAT tanishuv va Bluebook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SAT — 400–1600 ball oralig'idagi standartlashtirilgan test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Digital SAT adaptiv: 1-modul natijasi 2-modul qiyinligini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Jami vaqt ≈2 soat 14 daqiqa, Bluebook orqali topshiriladi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Bluebook ilovasini uyda mustaqil o'rnatish (agar darsda ulgurilmagan bo'lsa)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maqsad ballni yozib qo'yish (masalan: 1350)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Nega aynan shu ball kerakligini 2-3 jumlada izohlash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