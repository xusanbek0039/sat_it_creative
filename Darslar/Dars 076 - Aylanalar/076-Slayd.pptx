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720000">
            <a:off x="9144000" y="365760"/>
            <a:ext cx="2011680" cy="182880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21120000">
            <a:off x="10698480" y="1554480"/>
            <a:ext cx="1463040" cy="132588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200000">
            <a:off x="8503920" y="1737360"/>
            <a:ext cx="1188720" cy="105156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76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Aylanalar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26-hafta   •   2-bosqich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aylana uzunligi, yuzasi, yoy, sektor va aylana tenglamasini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Aylanalar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Aylana uzunligi va yuzasini hisoblaydi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Yoy uzunligi va sektor yuzasini markaziy burchak orqali topadi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Aylana tenglamasidan markaz va radiusni aniqlaydi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Aylana uzunligi va yuzasi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Yoy uzunligi va sektor yuzasi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Markaziy va ichki burchaklar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Aylana tenglamasi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76/104  •  Aylanalar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Aylana uzunligi va yuzasi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Aylana uzunligi (perimetri): 2 × π × radius (yoki π × diametr).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Aylana yuzasi: π × radius².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Diametr — radiusning ikki barobari; masalalarda qaysi biri (radius/diametr) berilganini diqqat bilan aniqlash kerak.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76/104  •  Aylanalar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Yoy uzunligi va sektor yuzasi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Yoy uzunligi — aylananing bir qismi, markaziy burchak ULUSHI orqali hisoblanadi: (burchak/360°) × 2πr.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Sektor yuzasi — pirog bo'lagiga o'xshash qism, xuddi shu ulush mantig'i bilan: (burchak/360°) × πr².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ikki formula bir xil mantiqqa asoslangan: markaziy burchakning 360°ga nisbati — butun aylananing qaysi ulushi ekanligini ko'rsatadi.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76/104  •  Aylanalar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Markaziy va ichki burchaklar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Markaziy burchak — aylana markazidan chiqib, ikki nuqtaga boradigan burchak, mos yoyga TENG (gradusda).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Ichki (inscribed) burchak — aylana ustidagi nuqtadan chiqib, mos yoyning YARMIGA teng.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munosabat — aylanaga oid murakkab burchak masalalarini yechishning kaliti.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9EB42C"/>
                </a:solidFill>
                <a:latin typeface="Calibri"/>
              </a:rPr>
              <a:t>Eslatma: ichki burchak = markaziy burchak / 2 — bu qoidani unutmang, ko'p aylanaga oid savollar shu munosabatga asoslanadi.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76/104  •  Aylanalar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Aylana tenglamasi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Standart aylana tenglamasi: (x-h)² + (y-k)² = r², bu yerda (h,k) — markaz, r — radius.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Tenglamadan markaz va radiusni o'qish uchun, tenglamani aynan shu standart shaklga keltirish kerak (kerak bo'lsa to'la kvadratga keltirish orqali).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tenglama — Pifagor teoremasidan kelib chiqadi: markazdan aylana ustidagi har qanday nuqtagacha masofa har doim r ga teng.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76/104  •  Aylanalar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Aylana tenglamasi: x² + y² - 6x + 4y - 12 = 0. Markaz va radiusni toping.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 va y hadlarini guruhlab, to'la kvadratga keltiramiz: (x²-6x) + (y²+4y) = 12.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(x²-6x+9) + (y²+4y+4) = 12+9+4 → (x-3)² + (y+2)² = 25.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Markaz (3,-2), radius = √25 = 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aylana uzunligi/yuzasi savolini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yoy uzunligi/sektor yuzasi masalasini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aylana tenglamasidan markaz/radius topish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76/104  •  Aylanalar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Yoy uzunligi va sektor yuzasi — markaziy burchakning 360°ga nisbati orqali hisoblanadi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Ichki burchak = markaziy burchak / 2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Aylana tenglamasi (x-h)²+(y-k)²=r² — markaz va radiusni to'g'ridan-to'g'ri ko'rsatadi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aylana uzunligi/yuza/yoy/sektor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aylana tenglamasini standart shaklga keltirish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markaziy va ichki burchak munosabati masalasini yechish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