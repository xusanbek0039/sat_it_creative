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65815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80215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65815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80215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79 / 104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Desmos kalkulyatori ustasi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27-hafta   •   2-bosqich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siz Desmos grafik kalkulyatoridan SAT Math bo'limida tezlik va aniqlik uchun ustalik bilan foydalanishni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Desmos kalkulyatori ustasi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Desmosda funksiya va sistemalarni tezda grafikka chiqaradi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Kesishish nuqtalari va ildizlarni Desmos orqali topadi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Vaqt tejovchi Desmos hiylalarini qo'llaydi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Desmosda grafik chizish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Kesishish va ildizlarni topish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Tenglama va sistemalarni Desmos bilan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Vaqt tejovchi hiylalar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79/104  •  Desmos kalkulyatori ustasi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Desmosda grafik chizish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Digital SAT'da Desmos grafik kalkulyatori BUILT-IN mavjud — har qanday tenglama/funksiyani to'g'ridan-to'g'ri kiritish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Funksiyani kiritishda, standart matematik yozuvdan (x², √, π) foydalanish kifoya, Desmos avtomatik tanib oladi.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Slider (parametr) funksiyasi — o'zgaruvchan koeffitsientli funksiyalarni vizual tahlil qilishga yordam beradi.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79/104  •  Desmos kalkulyatori ustasi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Kesishish va ildizlarni topish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funksiyani bir vaqtda kiritib, ularning KESISHISH nuqtalarini bosish orqali aniq koordinatalarni olish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Funksiyaning x-o'q bilan kesishishi (ildizlari) — grafikni x-o'q bilan kesilgan nuqtalarni bosish orqali topiladi.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usul — kvadrat/ko'phad tenglamalarni QO'LDA yechishdan ko'ra ANCHA tezroq bo'lishi mumkin.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79/104  •  Desmos kalkulyatori ustasi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Tenglama va sistemalarni Desmos bilan yechish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Sistema yechimini topish uchun, ikki tenglamani Desmosga kiritib, kesishish nuqtasini o'qish kifoya.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Tengsizlikni Desmosga kiritganda, dastur avtomatik soyalangan sohani ko'rsatadi — vizual tekshirish uchun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Desmos natijalari — qo'lda yechilgan natijalarni TEKSHIRISH uchun ham juda qulay vosita.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2B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Eslatma: Desmos — kuchli vosita, lekin uni qachon ishlatish (murakkab/vaqt oluvchi masalalarda) va qachon qo'lda tezroq yechish mumkinligini farqlash strategik muhim.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79/104  •  Desmos kalkulyatori ustasi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Vaqt tejovchi hiylalar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Javob variantlarini (multiple choice) to'g'ridan-to'g'ri Desmosga kiritib, qaysi biri grafik/tenglamaga mos kelishini tekshirish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Jadval (table) funksiyasidan foydalanib, turli x qiymatlari uchun y natijalarini tezda ko'rish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Regression funksiyasi — berilgan nuqtalar uchun eng mos chiziq/egri chiziqni avtomatik topishga yordam beradi.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79/104  •  Desmos kalkulyatori ustasi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y=x²-4x+3 va y=x-1 funksiyalari kesishish nuqtalarini Desmos orqali toping.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 funksiyani Desmosga ketma-ket kiritamiz.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Grafikdagi ikki kesishish nuqtasini bosib, koordinatalarni o'qiymiz.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Natija: kesishish nuqtalari (1,0) va (4,3) (Desmos avtomatik ko'rsatadi).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Desmos orqali grafik chizish va tahlil qilish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tenglama/sistemani Desmos bilan tezda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savolda Desmosni 'tekshirish vositasi' sifatida qo'llash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79/104  •  Desmos kalkulyatori ustasi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Desmos — funksiya, sistema, tengsizliklarni tezda vizual yechish vositasi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Kesishish va ildizlarni topish — Desmosning eng kuchli imkoniyatlaridan biri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Desmosni qachon ishlatish kerakligini bilish — vaqtni boshqarish strategiyasining qismi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savolni Desmos yordamida (mos joyda)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savolda Desmos bilan qo'lda yechimni solishtirish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savolda Desmosning qachon foydali, qachon ortiqcha vaqt olishini baholash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B2B2E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