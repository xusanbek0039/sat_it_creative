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87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To'liq Test #2 — Reading &amp; Writing (Bluebook)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29-hafta   •   3-bosqich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ikkinchi to'liq RW bo'limini topshirib, 85-darsdagi maqsadli drill natijasini real testda sinaysiz.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To'liq Test #2 — Reading &amp; Writing (Bluebook)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RW bo'limini ikkinchi marta, yaxshilangan strategiya bilan topshiradi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85-darsda mustahkamlangan zaif domenni real testda qo'llaydi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Vaqt boshqaruvini birinchi testga nisbatan yaxshilaydi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Birinchi testdan farqlar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Vaqt boshqaruvini takomillashtirish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Test rejimi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Test yakunida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Birinchi testdan farqlar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safar Bluebook interfeysi va vaqt taqsimoti allaqachon tanish — diqqatni TO'LIQ savol mazmuniga jamlash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85-darsda mustahkamlangan zaif domen (masalan, SEC) ga oid savollarda ortib borgan ishonchni kuzating.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Maqsad — Test #1 dagi xatolarni TAKRORLAMASLIK, ayniqsa Xatolar Daftarida belgilangan turlarni.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 boshqaruvini takomillashtirish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Birinchi testda qaysi joyda vaqt yetishmagani esda saqlab, shu qismga ko'proq E'TIBOR (lekin shoshilmasdan) berish.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'Mark for Review' texnikasidan yana ham strategik foydalanish — faqat HAQIQATAN noaniq savollarni belgilash.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ichida barqaror tezlikni saqlash — oxirgi savollarga shoshilib yetib bormaslik.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ikkinchi test — birinchi testdagi aniq xato naqshlarini TUZATISH imkoniyati, shunchaki takror sinov emas.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rejimi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RW bo'limi 2 modul, har birida 27 savol, 32 daqiqadan iborat (jami ~64 daqiqa), Test #1 bilan bir xil format.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Modul qiyinlik darajasi moslashuvchan, shuning uchun yaxshi natija birinchi modulda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davomida xotirjamlik va izchillikni saqlash — charchoq yoki asabiylashish samaradorlikni pasaytiradi.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Test yakunida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tugagach, birinchi testga nisbatan QANDAY HIS QILGANINGIZNI (yengilroq/qiyinroq) qisqacha yozib qo'ying.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Natija va to'liq solishtirma tahlil 89-darsda amalga oshiriladi.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Bugun ham Math bo'limi (88-dars) davom etadi, shuning uchun diqqatni saqlab qolish muhim.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Test #1da SEC domenida 3 xato bo'lgan edi. Test #2da xuddi shu turdagi savol uchraydi.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85-darsda mustahkamlangan qoidani (masalan, run-on aniqlash) darhol eslaymiz.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Savolni o'qib, qoidani to'g'ridan-to'g'ri qo'llaymiz.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Ishonch bilan javobni belgilab, keyingi savolga o'tamiz.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To'liq RW bo'limini Bluebook'da ikkinchi marta topshirish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85-darsda mustahkamlangan zaif domenga alohida e'tibor berish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Test taassurotini Test #1 bilan solishtirib yozish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87/104  •  To'liq Test #2 — Reading &amp; Writing (Bluebook)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Ikkinchi test — birinchi testdagi xatolarni real sharoitda tuzatish imkoniyati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Tanish interfeys va vaqt taqsimoti — to'liq diqqatni mazmunga jamlashga imkon beradi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Natijalar solishtirmasi 89-darsda o'sishni aniq ko'rsatadi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Dam olish — Math bo'limi (88-dars) oldidan miya tiniqligini saqlash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Test #2 RW taassurotlarini qisqacha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Ertangi Math test uchun formulalarni yengil ko'zdan kechirish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