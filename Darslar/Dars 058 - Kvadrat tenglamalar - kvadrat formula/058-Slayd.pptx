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58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Kvadrat tenglamalar — kvadrat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20-hafta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har qanday kvadrat tenglamani yechadigan universal kvadrat formulani va diskriminantni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Kvadrat tenglamalar — kvadrat formula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Kvadrat formulani to'g'ri yodlaydi va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Diskriminant orqali yechim sonini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Formula natijasini soddalashtiradi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Kvadrat formula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Diskriminant (b²-4ac)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Formula bilan yechish bosqichlari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Natijani soddalashtirish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58/104  •  Kvadrat tenglamalar — kvadrat formula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Kvadrat formula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Kvadrat formula: x = (-b ± √(b²-4ac)) / (2a), bu yerda ax²+bx+c=0.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formula — HAR QANDAY kvadrat tenglamani (factoring qiyin bo'lsa ham) yechishga yaroqli universal vosita.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a, b, c qiymatlarini tenglamadan to'g'ri aniqlash — formula qo'llashning birinchi va eng muhim qadami.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58/104  •  Kvadrat tenglamalar — kvadrat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Diskriminant (b²-4ac)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Diskriminant — formula ichidagi ildiz tagidagi qism: b²-4ac.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diskriminant musbat bo'lsa — tenglama IKKI haqiqiy yechimga ega.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diskriminant nolga teng bo'lsa — BITTA (takrorlanuvchi) yechim; agar manfiy bo'lsa — haqiqiy yechim YO'Q.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58/104  •  Kvadrat tenglamalar — kvadrat formula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Formula bilan yechish bosqichlari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1-bosqich: tenglamani ax²+bx+c=0 shaklga keltirib, a,b,c ni aniqlash.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2-bosqich: diskriminantni (b²-4ac) hisoblab, yechim sonini oldindan bilish.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3-bosqich: qiymatlarni formulaga qo'yib, ikkita yechimni (± belgisi orqali) hisoblash.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Eslatma: formulaga qiymat qo'yishda, ayniqsa b² hisoblashda ishorani (manfiy b bo'lsa ham b² musbat) chalkashtirmang.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58/104  •  Kvadrat tenglamalar — kvadrat formula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Natijani soddalashtirish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Ildiz ostidagi son to'liq kvadrat bo'lmasa, ildizni iloji boricha soddalashtirish kerak (masalan, √12 = 2√3).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Surat va maxrajda umumiy ko'paytuvchi bo'lsa, kasrni qisqartirish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javob ko'pincha aniq ildiz shaklida (radikal) yoki taqribiy o'nlik shaklida talab qilinishi mumkin — savolni diqqat bilan o'qing.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58/104  •  Kvadrat tenglamalar — kvadrat formula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2x² + 3x - 2 = 0 tenglamasini kvadrat formula bilan yeching.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a=2, b=3, c=-2. Diskriminant: 3² - 4(2)(-2) = 9+16 = 25.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 = (-3 ± √25) / (2×2) = (-3 ± 5) / 4.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yechim: x = (2)/4 = 1/2, yoki x = (-8)/4 = -2.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12 ta kvadrat tenglamani formula bilan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tenglamaning diskriminantini hisoblab, yechim sonini oldindan aytish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 ta ildizni soddalashtirish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58/104  •  Kvadrat tenglamalar — kvadrat formula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Kvadrat formula — har qanday kvadrat tenglama uchun universal usul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Diskriminant (b²-4ac) yechim sonini (2/1/0) oldindan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Natijani har doim iloji boricha soddalashtirish kerak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kvadrat tenglamani formula bilan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tenglamaning diskriminanti orqali yechim turini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natijani ildiz shaklida soddalashtirish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