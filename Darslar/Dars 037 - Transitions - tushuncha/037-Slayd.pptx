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65815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80215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65815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80215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37 / 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Transitions — tushuncha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10-hafta   •   1-bosqich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gaplar va paragraflar orasidagi mantiqiy munosabatni ko'rsatuvchi bog'lovchi so'zlarni (transitions) to'g'ri tanlashni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Transitions — tushuncha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Bog'lovchi so'zlar turlarini (qarama-qarshilik, sabab, qo'shimcha, misol) farqlaydi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Gaplar orasidagi mantiqiy munosabatni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Qo'yib tekshirish texnikasini qo'llaydi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Bog'lovchi so'zlar turlari (contrast, cause, addition, example)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Gaplar orasidagi mantiqiy munosabat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Transition ma'nolari jadvali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Qo'yib tekshirish texnikasi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37/104  •  Transitions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Bog'lovchi so'zlar turlari (contrast, cause, addition, example)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Qarama-qarshilik (lekin, biroq, aksincha) — ikkinchi gap birinchisiga zid fikr bildirganda ishlatiladi.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Sabab-natija (shuning uchun, natijada, demak) — ikkinchi gap birinchisining oqibati bo'lganda ishlatiladi.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Qo'shimcha (bundan tashqari, shuningdek) va misol (masalan, jumladan) — fikrni kengaytirish yoki aniqlashtirish uchun ishlatiladi.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37/104  •  Transitions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Gaplar orasidagi mantiqiy munosabat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Transition tanlashdan oldin, ikki gap orasidagi MUNOSABATNI (qarama-qarshilik/sabab/qo'shimcha) avval so'zsiz aniqlang.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Faqat shundan keyin shu munosabatga mos transition so'zni tanlang — aksincha tartibda ish yuritmang.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munosabat aniq ko'rinmaydi — bunda ikkinchi gapning MA'NOSINI diqqat bilan tahlil qiling.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37/104  •  Transitions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Transition ma'nolari jadvali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transition so'zining aniq ma'nosini bilish kerak — ko'p so'zlar bir-biriga yaqin tuyulsa ham nozik farqi bor.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Masalan: 'shuning uchun' (natija) va 'masalan' (misol) butunlay boshqa mantiqiy vazifani bajaradi.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'Biroq' va 'shu bilan birga' ham qarama-qarshilikka oid, lekin kuch darajasi farqlanadi.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2B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transition so'zni o'zgartirish gapning butun mantig'ini o'zgartiradi — shuning uchun bu juda muhim va tez-tez tekshiriladigan ko'nikma.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37/104  •  Transitions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Qo'yib tekshirish texnikasi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Variantni tanlagandan keyin, uni gapga qo'yib, butun matnni qaytadan o'qing — mantiqiy ekanini tasdiqlang.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gap g'alati yoki ziddiyatli eshitilsa, transition noto'g'ri tanlangan bo'lishi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texnika — eng oxirgi tekshirish bosqichi, javobni belgilashdan oldin albatta qo'llang.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37/104  •  Transitions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 1: 'Yangi qonun kichik bizneslarga foyda keltirdi.' Gap 2 (bo'sh joy bilan): '___, katta korporatsiyalar uchun qiyinchilik tug'dirdi.'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Gap 1 — ijobiy natija (kichik biznes uchun foyda); Gap 2 — salbiy natija (katta korporatsiya uchun qiyinchilik).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Munosabat: qarama-qarshilik (ikki tomon turli natija oladi).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transition: 'Biroq' yoki 'Aksincha' — sabab/qo'shimcha so'zlar emas.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12 ta transition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gap juftligi orasidagi munosabatni (qarama-qarshilik/sabab/qo'shimcha) avval belgilash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Transition so'zlar jadvalini guruh bilan to'ldirish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37/104  •  Transitions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Avval munosabatni aniqlang, keyin mos transition so'zni tanlang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Transition so'zlarning nozik ma'no farqini bilish muhim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Javobni qo'yib, butun gapni qayta o'qib tekshiring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transition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savolda gaplar orasidagi munosabatni yozib qo'yish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10 ta transition so'zni ma'no guruhlariga (qarama-qarshilik/sabab/qo'shimcha/misol) tasniflash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B2B2E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