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54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Algebra — mini-test va tahlil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18-hafta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45-53-darslarda o'rganilgan Algebra domenini (tenglamalar, tengsizliklar, sistemalar, funksiyalar) mini-test orqali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Algebra — mini-test va tahlil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Algebra domenidagi barcha ko'nikmalarni aralash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Xatolarning aniq sababini tasniflaydi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Zaif sub-mavzularni aniq belgilaydi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Algebra domeni aralash takror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Vaqt bilan mini-test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Xatolar tahlili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Zaif sub-mavzularni aniqlash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Algebra domeni aralash takror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Algebra domeni 45-53-darslardagi barcha mavzularni qamrab oladi: bir/ikki noma'lumli tenglamalar, sistemalar, tengsizliklar, chiziqli funksiyalar.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Mini-test savollari TASODIFIY tartibda keladi — har birini alohida tasniflash zarur.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domen Digital SAT Math bo'limidagi eng katta og'irlikka ega domenlardan biri.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bilan mini-test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22 savolga real testga yaqin vaqt beriladi.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'Mark for Review' texnikasidan strategik foydalaning.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 darrov natijani (to'g'ri/noto'g'ri soni) yozib qo'yish muhim.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Xatolar tahlili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xatoni uch toifaga ajratish: concept (qoidani bilmaslik), careless (e'tiborsizlik), vaqt (shoshilish).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xatosi ko'p bo'lsa — tegishli darsni (45-53) qaytadan ko'rib chiqish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Careless xatosi ko'p bo'lsa — har qadamni yozib, tekshirish odatini kuchaytirish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Algebra — Math bo'limining poydevori, shuning uchun bu domendagi zaiflikni keyingi bosqichlarga o'tkazmaslik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Zaif sub-mavzularni aniqlash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sub-mavzu (tenglama/tengsizlik/sistema/funksiya) bo'yicha alohida xato sonini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ko'p xato qilingan sub-mavzuni keyingi mustaqil mashqlarda ustuvor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ma'lumot 80-darsdagi to'liq Math modul oldidan yana qayta ko'rib chiqiladi.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Mini-testda bir savol 'sistema necha yechimga ega' deb so'raydi, ikkinchisi tengsizlikni yechishni so'raydi.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darhol aniqlaymiz (sistema/tengsizlik/funksiya/tenglama).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Mos strategiyani (45-53-darslardan) darhol qo'llaymiz.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Javobni belgilab, vaqtni nazorat qilib keyingisiga o'tamiz.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Mini-test: 22 savol, vaqt bilan (timed) — Algebra domeni aralash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avval tezda aniqlash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natijasini progress jadvaliga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54/104  •  Algebra — mini-test va tahlil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Algebra — Math bo'limining poydevori, mustahkam bo'lishi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tahlili uch toifaga (concept/careless/vaqt) asoslanadi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sub-mavzuni aniqlash keyingi mashqlar yo'nalishini belgilaydi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Mini-test xatolarini batafsil tahlil qilib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xato qilingan sub-mavzudan 15 qo'shimcha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Progress jadvalini yangilash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