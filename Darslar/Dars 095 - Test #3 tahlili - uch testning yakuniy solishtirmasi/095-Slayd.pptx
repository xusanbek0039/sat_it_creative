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548640" y="502920"/>
            <a:ext cx="13350240" cy="15544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73152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95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Test #3 tahlili — uch testning yakuniy solishtirmasi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9BB01"/>
                </a:solidFill>
                <a:latin typeface="Calibri"/>
              </a:rPr>
              <a:t>31-hafta   •   3-bosqich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uchta to'liq test natijasini birga tahlil qilib, qolgan eng muammoli zaif nuqtalarni aniq belgilaysiz va yakuniy sprint rejasini tuzasiz.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Test #3 tahlili — uch testning yakuniy solishtirmasi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56570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Uch test natijasini domen bo'yicha to'liq solishtiradi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Eng ko'p takrorlangan xato turlarini aniq belgilaydi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Yakuniy sprint (97-104-dars) uchun aniq reja tuzadi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56570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Uch test natijasini birga ko'rish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Qolgan zaif nuqtalarni aniq belgilash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Eng ko'p xato turlari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Yakuniy sprint rejasi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95/104  •  Test #3 tahlili — uch testning yakuniy solishtirmasi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Uch test natijasini birga ko'rish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Test #1, #2, #3 natijalarini bitta jadvalga, har domen bo'yicha qator-qator joylashtirish.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domenda xato sonining UCH test davomida qanday o'zgargani (kamaygan/barqaror/oshgan) aniq ko'rinadi.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— butun 81-94-darslar davomidagi ISHNING yakuniy, eng aniq ko'rsatkichi.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95/104  •  Test #3 tahlili — uch testning yakuniy solishtirmasi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Qolgan zaif nuqtalarni aniq belgilash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UCH testda HAM takrorlangan xato turi/domen — eng YUQORI ustuvorlikka ega, chunki bu chuqur, barqaror bo'shliqni bildiradi.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Faqat BIR martalik xato (masalan, faqat Test #2da) — odatda careless yoki tasodifiy, qattiq tashvishlanishga arzimaydi.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farq — qolgan cheklangan vaqtni QAYERGA sarflash kerakligini aniq ko'rsatadi.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156570"/>
                </a:solidFill>
                <a:latin typeface="Calibri"/>
              </a:rPr>
              <a:t>Eslatma: yakuniy sprint vaqti cheklangan, shuning uchun BARQAROR takrorlangan zaifliklarga e'tiborni jamlash — tasodifiy xatolarga vaqt sarflashdan ko'ra samaraliroq.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95/104  •  Test #3 tahlili — uch testning yakuniy solishtirmasi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Eng ko'p xato turlari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Xatolar Daftaridagi barcha yozuvlarni ko'rib chiqib, ENG KO'P TAKRORLANGAN xato TURINI (masalan, 'shartli ehtimollikda noto'g'ri maxraj') alohida ajratish.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tur — bitta aniq qoida/texnikaga bog'liq bo'lsa, uni maqsadli, qisqa mashq bilan TO'LIQ tuzatish mumkin.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96-darsdagi yakuniy takror aynan shu eng muammoli 3-4 mavzuga qaratiladi.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95/104  •  Test #3 tahlili — uch testning yakuniy solishtirmasi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Yakuniy sprint rejasi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97-104-darslar (yakuniy sprint) uchun, qaysi kunlarda qaysi zaif mavzu ustida ishlanishini aniq rejalashtirish.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Test #4 (97-98-dars atrofida emas, balki 4-bosqichda) oldidan, barcha aniqlangan zaifliklar bo'yicha maqsadli mashq vaqti ajratiladi.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Reja — real, BAJARILADIGAN bo'lishi kerak, ortiqcha keng qamrovli emas.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95/104  •  Test #3 tahlili — uch testning yakuniy solishtirmasi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56570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Uch testda ham 'ketma-ket foiz o'zgarishi' savolida xato takrorlandi.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56570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Bu — barqaror, chuqur bo'shliq ekanini aniqlaymiz (68-darsdagi mavzu).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68-dars qoidasini (ketma-ket foizlar qo'shilmaydi, ko'paytiriladi) qaytadan, chuqur o'rganamiz.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96-darsdagi yakuniy takrorda shu mavzudan maqsadli qo'shimcha mashq rejalashtiramiz.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56570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Uch test natijasini birgalikda, to'liq solishtirma jadvalga joylashtirish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Eng ko'p takrorlangan 3-4 xato turini aniq belgilash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Yakuniy sprint rejasini yozma shaklda tuzish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95/104  •  Test #3 tahlili — uch testning yakuniy solishtirmasi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56570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Uch test solishtirmasi — eng barqaror zaifliklarni aniq ko'rsatuvchi yakuniy ma'lumot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Faqat takrorlangan xatolarga e'tibor — cheklangan vaqtni samarali ishlatish usuli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Yakuniy sprint rejasi — real va bajariladigan bo'lishi shart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56570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Eng ko'p xato turidan 30 ta maqsadli savol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Xatolar Daftarini uchinchi marta, to'liq yangilash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Yakuniy sprint rejasini aniq kun-kun taqsimlab yozish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