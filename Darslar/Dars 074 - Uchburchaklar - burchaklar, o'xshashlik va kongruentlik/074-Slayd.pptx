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91440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7C3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74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Uchburchaklar — burchaklar, o'xshashlik va kongruentlik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47C3F"/>
                </a:solidFill>
                <a:latin typeface="Calibri"/>
              </a:rPr>
              <a:t>25-hafta   •   2-bosqich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uchburchak burchaklari yig'indisini, o'xshash va kongruent uchburchaklarni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Dars maqsadi va reja — Uchburchaklar — burchaklar, o'xshashlik va kongruentlik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Uchburchak burchaklari yig'indisi qoidasini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O'xshash uchburchaklarda proporsional tomonlarni topadi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Kongruent uchburchaklarni aniqlaydi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Burchaklar yig'indisi va turlari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O'xshash uchburchaklar (similar)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Kongruent uchburchaklar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Amaliy qo'llanish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74/104  •  Uchburchaklar — burchaklar, o'xshashlik va kongruentlik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Burchaklar yig'indisi va turlari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qanday uchburchakning ICHKI burchaklari yig'indisi har doim 180° ga teng.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Uchburchak turlari (burchak bo'yicha): o'tkir (barcha burchak &lt;90°), to'g'ri (bitta burchak=90°), o'tmas (bitta burchak&gt;90°).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Uchburchak turlari (tomon bo'yicha): teng tomonli (barcha tomon teng), teng yonli (ikki tomon teng), oddiy (barcha tomon farqli).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74/104  •  Uchburchaklar — burchaklar, o'xshashlik va kongruentlik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O'xshash uchburchaklar (similar)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O'xshash uchburchaklar — mos burchaklari TENG, mos tomonlari PROPORSIONAL (bir xil nisbatda) bo'lgan uchburchaklar.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ikki uchburchakning ikki burchagi teng bo'lsa, ular AVTOMATIK o'xshash hisoblanadi (uchinchi burchak ham mos keladi).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O'xshash uchburchaklarda noma'lum tomonni topish uchun, proporsiya (nisbat) tenglamasi tuziladi.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74/104  •  Uchburchaklar — burchaklar, o'xshashlik va kongruentlik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Kongruent uchburchaklar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Kongruent uchburchaklar — barcha mos tomonlari VA burchaklari ANIQ TENG (bir-birining nusxasi).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Kongruentlik mezonlari: SSS (uch tomon), SAS (ikki tomon+burchak), ASA (ikki burchak+tomon).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Kongruent uchburchaklarda, mos qismlarning barchasi (tomon va burchak) bevosita teng deb olinishi mumkin.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F9BB01"/>
                </a:solidFill>
                <a:latin typeface="Calibri"/>
              </a:rPr>
              <a:t>Eslatma: 'o'xshash' (proporsional, lekin har xil o'lcham) va 'kongruent' (aynan bir xil) tushunchalarini chalkashtirmaslik kerak.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74/104  •  Uchburchaklar — burchaklar, o'xshashlik va kongruentlik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 qo'llanish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Soya/balandlik masalalarida (masalan, daraxt balandligini soya orqali topish), o'xshash uchburchaklar nisbati qo'llaniladi.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Murakkab geometrik shakllarda, kichik uchburchaklarni ajratib, o'xshashlik/kongruentlikni qo'llash orqali noma'lumlarni topish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Burchaklar yig'indisi qoidasi har doim — noma'lum burchakni topishning birinchi qadami bo'lishi kerak.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74/104  •  Uchburchaklar — burchaklar, o'xshashlik va kongruentlik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Ikki o'xshash uchburchakda, kichik uchburchakning bir tomoni 4, mos katta tomon 10. Kichik uchburchakning ikkinchi tomoni 6 bo'lsa, katta uchburchakning mos tomoni qancha?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Proporsiya nisbati: 4/10 = 6/x.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Cross-multiplication: 4x = 60.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 = 15.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uchburchak burchaklari va turlarini aniqlash savoli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o'xshash uchburchak proporsiyasi masalasi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kongruentlik mezonini aniqlash mashqi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74/104  •  Uchburchaklar — burchaklar, o'xshashlik va kongruentlik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Uchburchak ichki burchaklari yig'indisi — doim 180°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O'xshash uchburchaklar — burchaklari teng, tomonlari proporsional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Kongruent uchburchaklar — barcha tomon va burchaklari ANIQ teng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uchburchak burchagi va o'xshashlik masalasini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kongruentlik mezonini (SSS/SAS/ASA) aniqlash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soya/balandlik turidagi amaliy masalani yechish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