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548640" y="502920"/>
            <a:ext cx="13350240" cy="15544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73152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25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Cross-Text Connections — tushuncha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7-hafta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ikki qisqa matnni (Text 1 / Text 2) o'qib, ularning mavzu bo'yicha munosabatini aniqlashni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Cross-Text Connections — tushuncha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Juftlangan ikki matnni samarali o'qiy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Har bir muallifning pozitsiyasini aniq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Ikki matn orasidagi munosabat turini (rozi/qarshi/qisman) aniqlaydi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Juftlangan matnlarni o'qish (Text 1 / Text 2)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Har bir muallif pozitsiyasini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Munosabat turlari (rozi/qarshi/qisman)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Text 2 → Text 1 javobi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25/104  •  Cross-Text Connections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Juftlangan matnlarni o'qish (Text 1 / Text 2)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savol turida bir mavzu bo'yicha ikki qisqa matn beriladi — har biri alohida muallif fikrini ifodalaydi.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Avval Text 1'ni to'liq tushunib, so'ng Text 2'ga o'tish tavsiya etiladi — ikkalasini bir vaqtda aralashtirmang.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matnning asosiy fikrini bir jumlada yozib qo'yish — keyingi tahlilni osonlashtiradi.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25/104  •  Cross-Text Connections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Har bir muallif pozitsiyasini aniqlash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Muallif pozitsiyasi — uning mavzu bo'yicha asosiy fikri, xulosasi yoki bahosi.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Pozitsiyani topish uchun: 'Bu muallif mavzuga ijobiy, salbiy yoki neytral qaraydimi?' deb so'rang.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muallif pozitsiyasi to'g'ridan-to'g'ri aytilmaydi — matn ohangidan xulosa chiqarish kerak bo'ladi.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25/104  •  Cross-Text Connections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Munosabat turlari (rozi/qarshi/qisman)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To'liq rozi — ikkala muallif bir xil xulosaga keladi, dalillari ham mos keladi.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To'liq qarshi — mualliflar bir-biriga zid xulosaga keladi.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Qisman rozi — mualliflar umumiy mavzuda yaqin, lekin biror detalda farqlanadi (bu eng tez-tez uchraydigan holat).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56570"/>
                </a:solidFill>
                <a:latin typeface="Calibri"/>
              </a:rPr>
              <a:t>Eslatma: SAT ko'pincha 'qisman rozi/qarshi' munosabatni tanlaydi — bu 'hammasi yoki hech narsa' emas, nozik farqni tekshirish kerak.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25/104  •  Cross-Text Connections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Text 2 → Text 1 javobi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keng tarqalgan savol turi: 'Text 2 muallifi Text 1'dagi fikrga qanday javob berardi?'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savolni yechish uchun avval Text 2 muallifining UMUMIY pozitsiyasini aniqlang, so'ng uni Text 1'ning aniq da'vosiga qo'llang.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Javob variantlari Text 2 muallifining OHANGI va FIKRIGA mos bo'lishi, lekin matnda aytilmagan his-tuyg'u qo'shmasligi kerak.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25/104  •  Cross-Text Connections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Text 1: muallif yangi texnologiya foydali deb hisoblaydi. Text 2: muallif texnologiya foydali ekanini tan oladi, lekin uzoq muddatli xavflarga ham ishora qiladi. Savol: 'Text 2 muallifi Text 1 fikriga qanday munosabatda bo'ladi?'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Text 1 pozitsiyasi: texnologiya foydali (ijobiy, sof).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Text 2 pozitsiyasi: foydali, LEKIN xavf bor (qisman rozi, ehtiyotkor).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Text 2 muallifi Text 1 fikriga QISMAN rozi bo'ladi, ammo qo'shimcha ehtiyotkorlik bildiradi.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ikki matnli (paired passage) savolni birgalikda tahlil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matn uchun muallif pozitsiyasini bir jumlada yozish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Munosabat turini (rozi/qarshi/qisman) jadval shaklida belgilash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25/104  •  Cross-Text Connections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matnni alohida, ketma-ket tushunib o'qish kerak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Muallif pozitsiyasini bir jumlada ifodalash tahlilni tezlashtiradi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'Qisman rozi/qarshi' — eng tez-tez to'g'ri bo'ladigan munosabat 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12 ta paired passage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juft matn uchun ikki muallif pozitsiyasini solishtirma jadvalda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Munosabat turini aniqlashda xato qilingan savollarni qayta ko'rish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