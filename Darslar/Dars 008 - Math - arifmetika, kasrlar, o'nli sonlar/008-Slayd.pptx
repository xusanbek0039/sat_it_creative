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0" y="0"/>
            <a:ext cx="91440" cy="6858000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7B5DC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8 / 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Math: arifmetika, kasrlar, o'nli sonlar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7B5DC"/>
                </a:solidFill>
                <a:latin typeface="Calibri"/>
              </a:rPr>
              <a:t>3-hafta   •   0-bosqich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SAT Math'ning poydevori bo'lgan arifmetik amallar, kasrlar va o'nli sonlar bilan ishlash mustahkamlanadi.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Math: arifmetika, kasrlar, o'nli sonlar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7A68"/>
                </a:solidFill>
                <a:latin typeface="Calibri"/>
              </a:rPr>
              <a:t>O'QUV NATIJASI: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Kasrlarni qo'shish, ayirish, ko'paytirish, bo'lishni xatosiz bajaradi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Kasr va o'nli sonlar orasida erkin o'tadi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Amallar tartibini (PEMDAS) to'g'ri qo'llaydi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7A68"/>
                </a:solidFill>
                <a:latin typeface="Calibri"/>
              </a:rPr>
              <a:t>DARS REJASI: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57B5DC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Kasrlar bilan asosiy amallar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57B5DC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Kasr ↔ o'nli son ↔ foiz aylanishi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57B5DC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Amallar tartibi (PEMDAS)</a:t>
            </a:r>
          </a:p>
        </p:txBody>
      </p:sp>
      <p:pic>
        <p:nvPicPr>
          <p:cNvPr id="12" name="Picture 11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8/104  •  Math: arifmetika, kasrlar, o'nli sonlar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Kasrlar bilan asosiy amallar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Qo'shish/ayirish uchun maxraj umumiy bo'lishi kerak: a/b + c/d = (ad + bc) / bd.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Ko'paytirish: suratlar o'zaro, maxrajlar o'zaro ko'paytiriladi: (a/b) x (c/d) = ac/bd.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Bo'lish: ikkinchi kasrni teskari aylantirib ko'paytiriladi: (a/b) ÷ (c/d) = (a/b) x (d/c).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8/104  •  Math: arifmetika, kasrlar, o'nli sonlar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Kasr ↔ o'nli son ↔ foiz aylanishi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Kasrni o'nli songa aylantirish uchun suratni maxrajga bo'ling: 3/4 = 0.75.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O'nli sonni foizga aylantirish uchun 100 ga ko'paytiring: 0.75 = 75%.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uchlik (kasr-o'nli-foiz) SAT Math'da deyarli har sahifada uchraydi.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8/104  •  Math: arifmetika, kasrlar, o'nli sonlar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Amallar tartibi (PEMDAS)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Parentheses (qavslar) → Exponents (darajalar) → Multiplication/Division (chap-o'ngdan) → Addition/Subtraction (chap-o'ngdan).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Tartibni buzish — eng ko'p uchraydigan e'tiborsizlik xatolaridan biri.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Murakkab ifodalarni qadam-baqadam, tartib bo'yicha yechish kerak.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5623560"/>
            <a:ext cx="10881360" cy="566928"/>
          </a:xfrm>
          <a:prstGeom prst="rect">
            <a:avLst/>
          </a:prstGeom>
          <a:solidFill>
            <a:srgbClr val="E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39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1F7A68"/>
                </a:solidFill>
                <a:latin typeface="Calibri"/>
              </a:rPr>
              <a:t>Maslahat: agar ifoda murakkab bo'lsa, har qadamni qog'ozga yozib boring — boshda hisoblashga harakat qilmang.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8/104  •  Math: arifmetika, kasrlar, o'nli sonlar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7A68"/>
                </a:solidFill>
                <a:latin typeface="Calibri"/>
              </a:rPr>
              <a:t>SAVOL: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3/4 + 1/6 ni hisoblang.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7A68"/>
                </a:solidFill>
                <a:latin typeface="Calibri"/>
              </a:rPr>
              <a:t>YECHIM QADAMLARI: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Umumiy maxraj toping: 4 va 6 uchun EKUK = 12.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3/4 = 9/12, 1/6 = 2/12.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9/12 + 2/12 = 11/12. Javob: 11/12.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7A68"/>
                </a:solidFill>
                <a:latin typeface="Calibri"/>
              </a:rPr>
              <a:t>DARSDA AMALIYOT: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10 ta kasr amali (qo'shish, ayirish, ko'paytirish, bo'lish) mashqi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5 ta kasrni o'nli songa va foizga aylantirish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PEMDAS bo'yicha 5 ta murakkab ifodani yechish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8/104  •  Math: arifmetika, kasrlar, o'nli sonlar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7A68"/>
                </a:solidFill>
                <a:latin typeface="Calibri"/>
              </a:rPr>
              <a:t>ASOSIY XULOSALAR: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Kasr amallarida umumiy maxraj — qo'shish/ayirish kaliti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Kasr-o'nli-foiz orasidagi aylanish doimiy kerak bo'ladi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PEMDAS tartibini buzish — eng keng tarqalgan xato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7A68"/>
                </a:solidFill>
                <a:latin typeface="Calibri"/>
              </a:rPr>
              <a:t>UY VAZIFASI: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15 ta kasr/o'nli son aralash mashqlarini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PEMDAS qoidasini yodlab, 5 ta yangi ifodani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Xato qilingan misollarni xatolar daftariga yozish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