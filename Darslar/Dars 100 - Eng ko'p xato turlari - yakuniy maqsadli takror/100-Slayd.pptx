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 rot="7500000">
            <a:off x="8778240" y="4297680"/>
            <a:ext cx="4754880" cy="420624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7500000">
            <a:off x="10058400" y="5120640"/>
            <a:ext cx="2926080" cy="2560320"/>
          </a:xfrm>
          <a:prstGeom prst="triangle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100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Eng ko'p xato turlari — yakuniy maqsadli takror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14427"/>
                </a:solidFill>
                <a:latin typeface="Calibri"/>
              </a:rPr>
              <a:t>34-hafta   •   4-bosqich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butun tayyorgarlik davridagi eng ko'p takrorlangan xato turlarini so'nggi marta mustahkamlab, ishonchni oshirasiz.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Eng ko'p xato turlari — yakuniy maqsadli takror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Eng muammoli xato turlarini yakuniy marta yopadi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Tuzoq savol turlarini tez va ishonchli taniydi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O'ziga bo'lgan ishonchni sezilarli oshiradi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Barcha testlardagi eng ko'p xato turlari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Maqsadli mustahkamlash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Tuzoq savol turlarini tanish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D14427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Ishonchni oshirish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100/104  •  Eng ko'p xato turlari — yakuniy maqsadli takror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Barcha testlardagi eng ko'p xato turlari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To'rt to'liq test va barcha mini-testlardagi Xatolar Daftarini ko'rib, ENG KO'P takrorlangan 3-5 xato turini yakuniy marta ro'yxatga olish.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ro'yxat — endi qisqa va aniq bo'lishi kerak (96-darsdagi yakuniy takrordan keyin ko'p narsa yopilgan).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tur uchun, tegishli qoida/texnikani bir necha gapda qaytadan yozish.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100/104  •  Eng ko'p xato turlari — yakuniy maqsadli takror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Maqsadli mustahkamlash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xato turidan 5-8 ta savol, FAQAT shu turga qaratilgan holda yechish.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Vaqt chegarasi qo'yilmaydi — bu bosqichda maqsad TEZLIK emas, TUSHUNISH va ISHONCH.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biror tur hali ham qiyin bo'lsa, shu kungi qo'shimcha vaqtni AYNAN shu turga bag'ishlash.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100/104  •  Eng ko'p xato turlari — yakuniy maqsadli takror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Tuzoq savol turlarini tanish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SAT'da har domenda takrorlanadigan klassik 'tuzoq' javob naqshlari (juda kuchli so'z, yarim to'g'ri javob, hisoblash xatosi) yakuniy marta ko'rib chiqiladi.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naqshlarni TEZ tanish — test kunida qimmatli vaqtni tejaydi.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tuzoq turidan 2-3 ta MISOL orqali, naqshni vizual va mantiqiy eslab qolish.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7325F"/>
                </a:solidFill>
                <a:latin typeface="Calibri"/>
              </a:rPr>
              <a:t>Eslatma: tuzoqlarni 'qoidaga ko'ra' emas, balki KO'P MISOL orqali tanish — test kunida tezroq ishlaydi.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100/104  •  Eng ko'p xato turlari — yakuniy maqsadli takror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Ishonchni oshirish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dars yakunida, eng muammoli mavzular endi ANIQ va boshqariladigan bo'lib qolishi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Xatolar Daftaridagi 'hali tushunilmagan' deb belgilangan yozuvlar soni minimal darajaga tushishi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7325F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— 101-102-darslardagi yakuniy formulalar/strategiya takroriga ishonchli o'tish imkonini beradi.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100/104  •  Eng ko'p xato turlari — yakuniy maqsadli takror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Eng ko'p takrorlangan xato — 'rhetorical synthesis'da maqsadga mos kelmaydigan, lekin to'g'ri faktni tanlash.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Qoidani qaytadan yozamiz: 'savol qo'yilgan MAQSADGA mos keladigan faktni tanlash, har qanday to'g'ri faktni emas'.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shu turdagi savolni, har birida avval MAQSADni qattiq belgilab, so'ng javob tanlaymiz.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Agar barchasi to'g'ri chiqsa, bu tur yopilgan deb hisoblanadi.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7325F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Eng ko'p xato turidan jami 20 ta maqsadli savol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savoldan keyin DARHOL tekshirish va tushunishni mustahkamlash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D14427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Klassik tuzoq naqshlarini 2-3 misol orqali ko'zdan kechirish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100/104  •  Eng ko'p xato turlari — yakuniy maqsadli takror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Isosceles Triangle 5"/>
          <p:cNvSpPr/>
          <p:nvPr/>
        </p:nvSpPr>
        <p:spPr>
          <a:xfrm rot="7500000">
            <a:off x="11064240" y="5806440"/>
            <a:ext cx="1463040" cy="1325880"/>
          </a:xfrm>
          <a:prstGeom prst="triangle">
            <a:avLst/>
          </a:prstGeom>
          <a:solidFill>
            <a:srgbClr val="E7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ko'p xato turlari endi yakuniy marta, aniq mustahkamlandi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Tuzoq naqshlarini tez tanish — test kunida vaqt tejaydi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Ishonch darajasi endi yakuniy formulalar/strategiya takroriga tayyor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7325F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savol — faqat eng muammoli turlardan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Daftarini yakuniy marta ko'rib chiqib, yopilgan turlarni belgilash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D14427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Formulalar va qoidalar ro'yxatini ertangi dars uchun tayyorlash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