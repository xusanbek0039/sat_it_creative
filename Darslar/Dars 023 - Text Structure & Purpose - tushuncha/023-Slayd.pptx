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65815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80215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65815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80215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23 /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Text Structure &amp; Purpose — tushuncha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6-hafta   •   1-bosqich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alohida gap yoki paragrafning matndagi vazifasini (funksiyasini) va muallifning yozish maqsadini aniqlashni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Text Structure &amp; Purpose — tushuncha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Gap yoki paragrafning matndagi vazifasini aniqlaydi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Muallifning yozish maqsadini (nega yozgan) tushunadi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 tuzilishi turlarini (qarama-qarshilik, sabab-natija) farqlaydi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Gap/paragraf vazifasi (funksiyasi)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'Muallif buni NEGA yozgan?'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Ritorik maqsad turlari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Matn tuzilishi (qarama-qarshilik, sabab-natija)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23/104  •  Text Structure &amp; Purpose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Gap/paragraf vazifasi (funksiyasi)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savol turi 'Berilgan gap matnda qanday vazifani bajaradi?' deb so'raydi — gapning MAZMUNI emas, ROLI so'raladi.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Vazifa turlari: misol keltirish, qarshi fikrni rad etish, asosiy g'oyani kuchaytirish, o'tish (transition) yaratish.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Javobni tanlashda gapning o'zidan oldin va keyin nima kelishini albatta hisobga oling.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23/104  •  Text Structure &amp; Purpose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'Muallif buni NEGA yozgan?'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savollar muallifning RITORIK maqsadini so'raydi: tasvirlash, ishontirish, qarama-qarshi qo'yish, izohlash.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Maqsadni aniqlash uchun, mazkur qismni butun matn kontekstida o'qing — alohida olib qaramang.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Javob variantlari ko'pincha fe'l bilan boshlanadi (masalan: 'ta'kidlash uchun', 'rad etish uchun', 'misol bilan tasdiqlash uchun').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23/104  •  Text Structure &amp; Purpose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Ritorik maqsad turlari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Tasvirlash (illustrate) — aniq misol orqali umumiy fikrni ko'rsatish.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Rad etish (refute) — qarama-qarshi fikrni kamsitish yoki noto'g'ri ekanini ko'rsatish.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Kuchaytirish (reinforce) — allaqachon aytilgan fikrni qo'shimcha dalil bilan mustahkamlash.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23/104  •  Text Structure &amp; Purpose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Matn tuzilishi (qarama-qarshilik, sabab-natija)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Ba'zi matnlar qarama-qarshilik tuzilishiga ega: avval bir nazariya, keyin unga zid nazariya beriladi.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Boshqalari sabab-natija tuzilishiga ega: hodisa, so'ng uning oqibatlari tasvirlanadi.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Tuzilishni aniqlash — paragraf vazifasi savollarini tezroq va aniqroq yechishga yordam beradi.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matn tuzilishini bilish — alohida gap vazifasini tushunish uchun 'xarita' vazifasini o'taydi.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23/104  •  Text Structure &amp; Purpose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Matnda avval mashhur nazariya tasvirlanadi, so'ng 'Biroq, so'nggi tadqiqotlar bu nazariyaga shubha tug'diradi' degan gap keladi. Savol: 'Bu gap matnda qanday vazifani bajaradi?'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Gapdan oldin — mashhur nazariya tasvirlangan.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Gap 'Biroq' bilan boshlanadi — bu qarama-qarshilik signali.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Vazifa: oldingi nazariyaga shubha keltirish / qarama-qarshi fikr kiritish.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Text Structure &amp; Purpose savolini birgalikda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matnning umumiy tuzilishini (qarama-qarshilik/sabab-natija) aniqlash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Paragraf vazifasini fe'l bilan ifodalash mashqi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23/104  •  Text Structure &amp; Purpose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Vazifa savoli — gapning ROLINI, mazmunini emas, so'raydi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Ritorik maqsadni butun matn kontekstida aniqlash kerak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Matn tuzilishini bilish vazifa savollarini tezlashtiradi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savolni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matn tuzilishini (qarama-qarshilik/sabab-natija/tasvirlash) yozib chiqish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Paragraf vazifalarini fe'l ro'yxati shaklida tuzish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B2E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