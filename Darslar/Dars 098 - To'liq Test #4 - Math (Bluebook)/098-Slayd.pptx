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19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98 / 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To'liq Test #4 — Math (Bluebook)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33-hafta   •   4-bosqich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oxirgi to'liq Math testini topshirib, Desmos tezligi va ishonchni yakuniy darajada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To'liq Test #4 — Math (Bluebook)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Math bo'limini to'rtinchi va oxirgi marta to'liq topshiradi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Desmos workflow'larini ishonchli, tez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O'ziga bo'lgan ishonchni yakuniy darajada mustahkamlaydi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Test kuni rejimi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Desmos tezligi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Ishonch mashqi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Test yakunida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98/104  •  To'liq Test #4 — Math (Bluebook)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kuni rejimi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97-darsdagi RW bilan bir xil sharoitda (xuddi test kuni kabi), Math bo'limini ham topshirish.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bo'limni ketma-ket, tanaffus bilan (real test kabi) o'tish — chidamlilikni yakuniy sinash.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tartib — 103-darsdagi to'liq simulyatsiyaga eng yaqin tajriba beradi.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98/104  •  To'liq Test #4 — Math (Bluebook)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Desmos tezligi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To'rt marta mashq qilingan Desmos workflow'lari endi to'liq AVTOMATLASHGAN bo'lishi kutiladi.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Savolni ko'rib, Desmos kerak/kerak emasligini va QANDAY ishlatishni zudlik bilan hal qilish.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— Desmos mahoratining eng yuqori, test kuniga tayyor darajasi.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98/104  •  To'liq Test #4 — Math (Bluebook)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Ishonch mashqi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To'rt marta to'liq Math testini topshirish — bu o'z-o'zidan katta ISHONCH manbai.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qiyin savolda, oldingi muvaffaqiyatli tajribalarni eslash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Ishonch — bilim kabi, lekin alohida mashq qilinishi kerak bo'lgan ko'nikma.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14427"/>
                </a:solidFill>
                <a:latin typeface="Calibri"/>
              </a:rPr>
              <a:t>Eslatma: to'rtinchi marta bir xil formatni ko'rish — miyani 'bu tanish, men buni qila olaman' holatiga keltiradi, bu test kuni katta yordam beradi.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98/104  •  To'liq Test #4 — Math (Bluebook)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yakunida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bo'lim (RW+Math) tugagach, BUTUN tajriba haqida umumiy, xotirjam fikr shakllantirish.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Yakuniy tahlil ertaga (99-dars) amalga oshiriladi — bugun yengil takrordan boshqa narsa kerak emas.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— to'rtinchi va OXIRGI to'liq Bluebook simulyatsiyasi.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98/104  •  To'liq Test #4 — Math (Bluebook)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Murakkab tizim tenglamasi savolida, Desmos'ga darhol, ikkilanmasdan murojaat qilindi.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— Desmos workflow to'liq avtomatlashganini ko'rsatadi.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Tenglamalarni tezda kiritib, kesishish nuqtasini topamiz.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Qolgan vaqtni boshqa savollarga ishonch bilan yo'naltiramiz.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Math bo'limini Bluebook'da to'rtinchi va oxirgi marta topshirish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Desmos workflow'larini to'liq avtomatlashgan tarzda qo'llash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bo'lim chidamliligini yakuniy marta sinash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98/104  •  To'liq Test #4 — Math (Bluebook)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To'rtinchi Math testi — Desmos mahorati va ishonchning yakuniy ko'rsatkichi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 bo'limni ketma-ket topshirish — test kuniga eng yaqin tajriba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Yakuniy tahlil ertaga, butun tayyorgarlik davri yakunlanadi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Yengil takror — og'ir mashqlardan ko'ra, faqat formulalarni ko'zdan kechirish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 test (RW+Math) umumiy taassurotini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Ertangi yakuniy tahlil darsi uchun barcha materiallarni tayyorlash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