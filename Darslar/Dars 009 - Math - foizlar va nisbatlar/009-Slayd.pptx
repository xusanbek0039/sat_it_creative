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865815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80215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865815" y="32004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80215" y="32004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6446520"/>
            <a:ext cx="1005840" cy="914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5532120"/>
            <a:ext cx="91440" cy="10058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57B5DC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DARS 9 / 104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libri"/>
              </a:rPr>
              <a:t>Math: foizlar va nisbatlar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57B5DC"/>
                </a:solidFill>
                <a:latin typeface="Calibri"/>
              </a:rPr>
              <a:t>3-hafta   •   0-bosqich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Bu darsda foizlar bilan ishlash (foiz topish, foizli o'sish/kamayish) va nisbatlar (ratio) tushunchasi chuqur o'rgatiladi.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Dars maqsadi va reja — Math: foizlar va nisbatlar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O'QUV NATIJASI: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Sonning foizini va foizdan sonni topa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Foizli o'sish va kamayish masalalarini yecha oladi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Nisbat masalalarini tenglama orqali yecha oladi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DARS REJASI: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Foiz asoslari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Foizli o'sish va kamayish masalalari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57B5DC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Nisbatlar (ratio) bilan ishlash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9/104  •  Math: foizlar va nisbatlar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Foiz asoslari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X ning Y% i = X x (Y/100).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'A soni B ning necha foizi?' savoli uchun: (A/B) x 100.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Foiz oshishi: yangi qiymat = eski qiymat x (1 + foiz/100); kamayishi: x (1 - foiz/100).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9/104  •  Math: foizlar va nisbatlar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Foizli o'sish va kamayish masalalari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Narx 20% oshdi degani — yangi narx = eski narx x 1.20.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Narx 15% kamaydi degani — yangi narx = eski narx x 0.85.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Ketma-ket bir necha foiz o'zgarishi alohida-alohida hisoblanadi, jamlanmaydi.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5623560"/>
            <a:ext cx="10881360" cy="566928"/>
          </a:xfrm>
          <a:prstGeom prst="rect">
            <a:avLst/>
          </a:prstGeom>
          <a:solidFill>
            <a:srgbClr val="2B2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F9BB01"/>
                </a:solidFill>
                <a:latin typeface="Calibri"/>
              </a:rPr>
              <a:t>Eslatma: 'narx 10% oshib, keyin 10% kamaydi' — natija boshlang'ich narxga teng EMAS, sababini darsda muhokama qilamiz.</a:t>
            </a:r>
          </a:p>
        </p:txBody>
      </p:sp>
      <p:pic>
        <p:nvPicPr>
          <p:cNvPr id="13" name="Picture 12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9/104  •  Math: foizlar va nisbatlar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Nisbatlar (ratio) bilan ishlash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Nisbat a:b — ikki miqdorning nisbiy kattaligini ko'rsatadi.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Nisbat masalalarini 'birlik qiymat' (unit value) topish orqali yechish qulay.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F9BB01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Misol: agar a:b = 3:5 va a+b = 40 bo'lsa, har bir 'qism' = 40/8 = 5, demak a=15, b=25.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9/104  •  Math: foizlar va nisbatlar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SAVOL: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Bir tovar narxi 200 ming so'm edi. Narx 25% oshdi. Yangi narx nechaga teng?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YECHIM QADAMLARI: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25% oshish — ko'paytuvchi 1.25.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Yangi narx = 200,000 x 1.25 = 250,000.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Javob: 250,000 so'm.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9BB01"/>
                </a:solidFill>
                <a:latin typeface="Calibri"/>
              </a:rPr>
              <a:t>DARSDA AMALIYOT: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8 ta foiz masalasini (oshish, kamayish, topish)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5 ta nisbat masalasini 'qism' usuli bilan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57B5DC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Ketma-ket foiz o'zgarishi bo'lgan 2 masalani yechish</a:t>
            </a:r>
          </a:p>
        </p:txBody>
      </p:sp>
      <p:pic>
        <p:nvPicPr>
          <p:cNvPr id="16" name="Picture 1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9/104  •  Math: foizlar va nisbatlar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57B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B2B2E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2B2B2E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320040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32004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323015" y="6473952"/>
            <a:ext cx="548640" cy="64008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807647" y="5989320"/>
            <a:ext cx="64008" cy="54864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ASOSIY XULOSALAR: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Foiz o'sish/kamayish — ko'paytuvchi orqali hisoblanadi (1±foiz/100)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Ketma-ket foizlar jamlanmaydi, alohida hisoblanadi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Nisbat masalalarida 'bitta qism' qiymatini topish — eng tezkor yo'l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9BB01"/>
                </a:solidFill>
                <a:latin typeface="Calibri"/>
              </a:rPr>
              <a:t>UY VAZIFASI: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10 ta aralash foiz/nisbat masalasini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Ketma-ket foiz o'zgarishi nima uchun jamlanmasligini misol bilan tushuntirib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57B5DC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 qilingan masalalarni error log'ga kiritish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9BB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B2B2E"/>
                </a:solidFill>
                <a:latin typeface="Calibri"/>
              </a:rPr>
              <a:t>«IT Shaharcha» — Yoshlar Axborot Texnologiyalari Markazi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408615" y="5989320"/>
            <a:ext cx="1463039" cy="765441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