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2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274320"/>
            <a:ext cx="4206240" cy="420624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731520"/>
            <a:ext cx="3291840" cy="3291840"/>
          </a:xfrm>
          <a:prstGeom prst="ellipse">
            <a:avLst/>
          </a:prstGeom>
          <a:solidFill>
            <a:srgbClr val="4A2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1051560"/>
            <a:ext cx="2651760" cy="265176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DARS 19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Inferences — tushuncha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5-hafta   •   1-bosqich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Bu darsda siz matnda to'g'ridan-to'g'ri aytilmagan, lekin mantiqiy yo'l bilan chiqariladigan xulosalarni (inference) topishni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Inferences — tushuncha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Matndan mantiqiy va asoslangan xulosa chiqaradi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'Eng mantiqiy yakun' turidagi savollarni to'g'ri yechadi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Xulosa chiqarishda matndan tashqariga chiqmaydi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Mantiqiy xulosa chiqarish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'Eng mantiqiy yakun' savollari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Matndan tashqariga chiqmaslik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Boshlovchi so'zlar bilan mantiq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19/104  •  Inferences — tushuncha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Mantiqiy xulosa chiqarish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Inference — matnda yozilmagan, lekin matndagi faktlardan MAJBURIY ravishda kelib chiqadigan xulosa.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SAT'da inference 'sezgi' yoki 'fantaziya' emas — u 100% matn faktlariga asoslangan mantiqiy qadam.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xulosa uchun matnda yo'q qo'shimcha bilim kerak bo'lsa — bu noto'g'ri inference.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19/104  •  Inferences — tushuncha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'Eng mantiqiy yakun' savollari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turdagi savollar ko'pincha matn oxirida bo'sh joy qoldiradi va 'qaysi gap matnni eng mantiqiy yakunlaydi' deb so'raydi.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To'g'ri javob matndagi mantiqiy zanjirni DAVOM ETTIRISHI, unga zid kelmasligi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Variantlar orasida YANGI, asossiz fikr kiritgan javoblarni darhol chetlatish kerak.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19/104  •  Inferences — tushuncha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Matndan tashqariga chiqmaslik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Eng katta xato — o'z bilim va tajribangizga asoslanib xulosa chiqarish, faqat matn faktlariga emas.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inference variantini sinash uchun: 'Matndagi qaysi aniq gap(lar) buni isbotlaydi?' deb so'rang.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hech qaysi gapni ko'rsata olmasangiz — bu xulosa juda uzoq ketgan (overreach).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4A2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7F2D83"/>
                </a:solidFill>
                <a:latin typeface="Calibri"/>
              </a:rPr>
              <a:t>Eslatma: SAT inference savollari odatda 'eng kichik mantiqiy qadam' bilan yechiladi — qanchalik kam taxmin, shunchalik to'g'ri.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19/104  •  Inferences — tushuncha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Boshlovchi so'zlar bilan mantiq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Matndagi bog'lovchi so'zlar (lekin, shuning uchun, natijada) xulosa yo'nalishini ko'rsatadi.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matn qarama-qarshilik bilan tugasa ('lekin' so'zi bilan), xulosa ham shu qarama-qarshilikni hisobga olishi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Sabab-natija bog'lovchilari ('shuning uchun', 'natijada') aniq mantiqiy yo'nalishni belgilaydi — uni e'tiborsiz qoldirmang.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19/104  •  Inferences — tushuncha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Matn: 'Olim 10 yil davomida bir nazariyani himoya qildi, biroq yangi dalillar paydo bo'lgach, u o'z fikrini ochiqchasiga o'zgartirdi.' Savol: 'Matndan nimani xulosa chiqarish mumkin?'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Matndagi asosiy fakt: olim yangi dalil asosida fikrini o'zgartirdi.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Bundan mantiqiy xulosa: olim yangi dalillarga ochiq va moslashuvchan.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'Olim ilmiy sohada obro'sini yo'qotdi' kabi variant — matnda yo'q, overreach, noto'g'ri.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inference savolini birgalikda tahlil qilish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xulosani matndagi aniq gap bilan 'isbotlash'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Ortiqcha taxmin qilingan (overreach) variantlarni aniqlash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19/104  •  Inferences — tushuncha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Inference — matn faktlaridan majburiy kelib chiqadigan xulosa, taxmin emas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xulosani matndagi aniq gap bilan tasdiqlash mumkin bo'lishi kerak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Bog'lovchi so'zlar xulosa yo'nalishini ko'rsatuvchi muhim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inference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xulosa uchun matndagi tasdiqlovchi gapni yozib qo'yish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Overreach (haddan tashqari) variantlarni alohida ro'yxatga olish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«IT Shaharcha» — Yoshlar Axborot Texnologiyalari Markazi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08615" y="5989320"/>
            <a:ext cx="1463039" cy="76544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