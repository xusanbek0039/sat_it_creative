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7500000">
            <a:off x="8778240" y="4297680"/>
            <a:ext cx="4754880" cy="420624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7500000">
            <a:off x="10058400" y="5120640"/>
            <a:ext cx="2926080" cy="2560320"/>
          </a:xfrm>
          <a:prstGeom prst="triangle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44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RW modul tahlili va takror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14427"/>
                </a:solidFill>
                <a:latin typeface="Calibri"/>
              </a:rPr>
              <a:t>11-hafta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43-darsdagi to'liq RW modul natijasini domen bo'yicha chuqur tahlil qilib, butun RW bosqichini yakunlaysiz.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RW modul tahlili va takror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Modul natijasini har bir domen bo'yicha batafsil tahlil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Xato sabablarini (concept/careless/vaqt) aniq tasniflaydi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RW strategiyasini yakuniy shaklda mustahkamlaydi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Modul natijasini domen bo'yicha tahlil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Xato sabablari (concept/careless/vaqt)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Zaif domenlarni qayta ko'rish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RW strategiyasini yakunlash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44/104  •  RW modul tahlili va takror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Modul natijasini domen bo'yicha tahlil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43-darsdagi har bir noto'g'ri javobni qaysi domenga (Information &amp; Ideas, Craft &amp; Structure, SEC, Expression of Ideas) tegishli ekanini belgilang.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Domenlar bo'yicha xato foizini hisoblang — bu zaif tomonlarni aniq ko'rsatadi.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tahlilni 13–43-darslar davomidagi barcha mini-test natijalari bilan solishtiring — umumiy trend muhim.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44/104  •  RW modul tahlili va takror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Xato sabablari (concept/careless/vaqt)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Concept — qoidani bilmaslik; careless — bilgan holda e'tiborsizlik; vaqt — shoshilish natijasida xato.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xato turi UCHUN boshqacha yechim kerak: concept — qoidani qayta o'rganish; careless — sekinlik va diqqat; vaqt — tezlik mashqlari.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 domenda ko'pincha 'concept' xatosi bo'lsa, bu domenni alohida qaytadan o'rganish zarur.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44/104  •  RW modul tahlili va takror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Zaif domenlarni qayta ko'rish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past natija ko'rsatgan 1-2 domenni tanlab, ularning asosiy qoidalarini (13-40-darslardagi materiallardan) qisqacha qayta ko'rib chiqing.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Zaif domendan qo'shimcha amaliy savollar yeching — bu darsning asosiy uy vazifasi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tahlil natijalari 81-96-darslardagi to'liq testlar oldidan yana qayta ishlatiladi.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7325F"/>
                </a:solidFill>
                <a:latin typeface="Calibri"/>
              </a:rPr>
              <a:t>Eslatma: RW bosqichi tugaganda zaif tomonlarni aniq bilish — Math bosqichiga (45-darsdan) o'tishdan oldin muhim nazorat nuqtasi.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44/104  •  RW modul tahlili va takror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RW strategiyasini yakunlash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13–43-darslarda o'rganilgan barcha strategiyalarni (asosiy g'oya, dalil, inference, so'z, vazifa, cross-text, punktuatsiya, grammatika, transition, synthesis) bir varaqqa jamlang.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'strategiya varog'i' keyingi to'liq testlarda tezkor eslatma sifatida ishlatiladi.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RW bo'limi endi mustahkam poydevorga ega — endi Math bosqichiga o'tish mumkin.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44/104  •  RW modul tahlili va takror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Tahlil natijasida SEC (punktuatsiya+grammatika) domenida 6 tadan 4 tasi noto'g'ri, va ularning barchasi 'concept' turida ekani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Xulosa: SEC domeni — eng zaif domen, asosan qoidani bilmaslik sababli.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Yechim: 29-36-darslardagi punktuatsiya/grammatika qoidalarini qisqacha qayta ko'rib chiqish.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Amaliy qadam: SEC domenidan qo'shimcha 20 savol uy vazifasiga qo'shish.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43-dars test natijasini birgalikda, domen bo'yicha to'liq tahlil qilish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xato turini (concept/careless/vaqt) jadvalga kiritish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Yakuniy 'strategiya varog'i'ni birgalikda tuzish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44/104  •  RW modul tahlili va takror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Domen bo'yicha tahlil — zaif tomonlarni aniq ko'rsatadigan eng kuchli vosita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xato turi (concept/careless/vaqt) o'ziga xos yechim talab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RW bosqichi yakunlandi — endi Math bosqichiga (45-darsdan) mustahkam poydevor bilan o'tilmoqda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Zaif domendan (tahlil natijasiga ko'ra) 20 qo'shimcha savol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Shaxsiy 'strategiya varog'i'ni toza qog'ozga ko'chirib, yodda saqlash uchun tayyorlash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Butun RW bosqichi (13-44) bo'yicha umumiy o'sish trendini qisqa xulosa qilib yozish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