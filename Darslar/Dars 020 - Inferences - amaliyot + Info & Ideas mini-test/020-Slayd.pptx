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720000">
            <a:off x="9144000" y="365760"/>
            <a:ext cx="2011680" cy="182880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21120000">
            <a:off x="10698480" y="1554480"/>
            <a:ext cx="1463040" cy="132588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200000">
            <a:off x="8503920" y="1737360"/>
            <a:ext cx="1188720" cy="105156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20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Inferences — amaliyot + Info &amp; Ideas mini-test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5-hafta   •   1-bosqich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murakkab inference savollarini mashq qilasiz va Information &amp; Ideas domenini (Central Ideas, Evidence, Inferences) mini-test orqali mustahkamlaysiz.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Inferences — amaliyot + Info &amp; Ideas mini-test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Tashqi taxmin talab qiluvchi murakkab inference savollarini yechadi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Information &amp; Ideas domenidagi barcha ko'nikmalarni birlashtirib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Vaqt bilan ishlash tezligini nazorat qiladi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Murakkab inference savollari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Tashqi taxmin talab qiluvchi javoblar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Information &amp; Ideas aralash takror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Vaqt bilan mini-test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20/104  •  Inferences — amaliyot + Info &amp; Ideas mini-test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Murakkab inference savollari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savollarda ikki xil faktni birlashtirib, uchinchi xulosani chiqarish kerak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Bunday holatda har ikki faktni alohida yozib, ular orasidagi mantiqiy bog'lanishni toping.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inference'da ham asosiy qoida o'zgarmaydi: xulosa faqat berilgan faktlardan kelib chiqishi kerak.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20/104  •  Inferences — amaliyot + Info &amp; Ideas mini-test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Tashqi taxmin talab qiluvchi javoblar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Variantlardan biri matnga mos tuyulsa-da, kichik bir tashqi taxmin (matn aytmagan fakt) talab qilishi mumkin — bu noto'g'ri.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Bunday variantlarni aniqlash uchun, har bir so'zni alohida matn bilan solishtirib chiqing.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xavfsiz javob — eng kam qo'shimcha taxmin talab qiluvchi variant.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20/104  •  Inferences — amaliyot + Info &amp; Ideas mini-test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Information &amp; Ideas aralash takror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domen 3 ko'nikmani o'z ichiga oladi: Central Ideas &amp; Details, Command of Evidence, Inferences.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Mini-testda savol turlari aralash keladi — avval savol turini tezda aniqlash muhim.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turga mos strategiyani (asosiy g'oya / dalil moslik / mantiqiy xulosa) darhol qo'llang.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9EB42C"/>
                </a:solidFill>
                <a:latin typeface="Calibri"/>
              </a:rPr>
              <a:t>Eslatma: Information &amp; Ideas — Digital SAT RW bo'limidagi eng katta og'irlikka ega domenlardan biri, shu uchun mustahkam bo'lishi muhim.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20/104  •  Inferences — amaliyot + Info &amp; Ideas mini-test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Vaqt bilan mini-test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20 savolga umumiy vaqt cheklanadi — bu real test sharoitini simulyatsiya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Vaqt boshqaruvi: agar bir savolga 90 soniyadan ko'p ketsa, eng mantiqiy taxminni belgilab, keyingiga o'ting.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tugagach albatta xato tahlili qilinadi — bu mini-testning asosiy maqsadi.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20/104  •  Inferences — amaliyot + Info &amp; Ideas mini-test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Matn: 'A kompaniya yangi mahsulotni chiqargandan keyin sotuvlari oshdi, biroq raqobatchi kompaniya B xuddi shu davrda yangi mahsulot chiqarmadi.' Savol: 'Nimani xulosa qilish mumkin?'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Faktlar: A yangi mahsulot chiqardi + sotuv oshdi; B yangi mahsulot chiqarmadi.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Mantiqiy bog'lanish: yangi mahsulot bilan sotuv o'sishi orasida aloqa bo'lishi mumkin (lekin B haqida hali xulosa yo'q).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'B kompaniyaning sotuvlari kamaydi' degan variant — matnda yo'q, overreach, noto'g'ri.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Mini-test: 20 savol, vaqt bilan (timed) — Information &amp; Ideas domeni aralash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savol turini avval tezda aniqlash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natijasini darhol qog'ozga yozib qo'yish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20/104  •  Inferences — amaliyot + Info &amp; Ideas mini-test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Murakkab inference'da ham faqat berilgan faktlarga tayaning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Information &amp; Ideas — Central Ideas, Evidence va Inferences'ning birlashgan qo'llanilishi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Mini-test natijasi — keyingi mashg'ulotlar uchun aniq yo'l xaritasi beradi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Mini-test xatolarini batafsil tahlil qilish (har biri uchun sabab yozish)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ko'p xato qilingan savol turini (Central Ideas/Evidence/Inferences) aniqlash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Zaif turdan 10 qo'shimcha savol yechish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