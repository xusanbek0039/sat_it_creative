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 rot="720000">
            <a:off x="9144000" y="365760"/>
            <a:ext cx="2011680" cy="182880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 rot="21120000">
            <a:off x="10698480" y="1554480"/>
            <a:ext cx="1463040" cy="1325880"/>
          </a:xfrm>
          <a:prstGeom prst="hexagon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 rot="1200000">
            <a:off x="8503920" y="1737360"/>
            <a:ext cx="1188720" cy="1051560"/>
          </a:xfrm>
          <a:prstGeom prst="hexagon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47C3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62 / 104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Eksponensial funksiyalar — o'sish va kamayish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47C3F"/>
                </a:solidFill>
                <a:latin typeface="Calibri"/>
              </a:rPr>
              <a:t>21-hafta   •   2-bosqich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eksponensial funksiyalarning o'sish/kamayish modelini, asosiy formulasini va kontekstli qo'llanishini o'rganasiz.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Eksponensial funksiyalar — o'sish va kamayish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B42C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Eksponensial funksiya formulasini to'g'ri quradi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O'sish va kamayishni asos (base) qiymatidan aniqlaydi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Eksponensial va chiziqli modellarni farqlaydi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B42C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Eksponensial funksiya formulasi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Foiz o'sish/kamayish bilan bog'liqlik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Eksponensial vs chiziqli model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Kontekstli qo'llanish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62/104  •  Eksponensial funksiyalar — o'sish va kamayish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Eksponensial funksiya formulasi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Umumiy formula: y = a × b^x, bu yerda 'a' — boshlang'ich qiymat, 'b' — o'sish/kamayish asosi.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b&gt;1 bo'lsa — funksiya O'SADI (exponential growth); agar 0&lt;b&lt;1 bo'lsa — funksiya KAMAYADI (decay).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'x' — odatda vaqt birligini (yil, oy, kun) ifodalaydi, va daraja ko'rsatkichida joylashadi.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62/104  •  Eksponensial funksiyalar — o'sish va kamayish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Foiz o'sish/kamayish bilan bog'liqlik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yillik o'sish foizi r% bo'lsa, asos b = 1 + r (foizni o'nlik kasrga aylantirib).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yillik kamayish (decay) foizi r% bo'lsa, asos b = 1 - r.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Masalan, 5% yillik o'sish — b=1.05; 5% yillik kamayish — b=0.95.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62/104  •  Eksponensial funksiyalar — o'sish va kamayish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Eksponensial vs chiziqli model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Chiziqli model — har bir qadamda BIR XIL MIQDORGA o'zgaradi (qo'shiladi/ayiriladi).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Eksponensial model — har bir qadamda BIR XIL KOEFFITSIENTGA ko'payadi/bo'linadi (ko'paytiriladi).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Jadval berilganda, qiymatlar orasidagi NISBATNI (eksponensial) yoki FARQNI (chiziqli) tekshirib, modelni aniqlash mumkin.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9EB42C"/>
                </a:solidFill>
                <a:latin typeface="Calibri"/>
              </a:rPr>
              <a:t>Eslatma: agar ketma-ket qiymatlar nisbati DOIM BIR XIL bo'lsa — bu eksponensial funksiya, chiziqli emas.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62/104  •  Eksponensial funksiyalar — o'sish va kamayish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Kontekstli qo'llanish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Eksponensial funksiyalar — aholi o'sishi, qo'shma foiz (compound interest), radioaktiv yemirilish kabi real hodisalarni modellashtiradi.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Masala matnidan 'a' (boshlang'ich qiymat) va 'b' (o'sish/kamayish asosi) ni to'g'ri ajratib olish — yechimning kaliti.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Grafik jihatdan, eksponensial funksiya hech qachon x-o'qqa tegmaydi (gorizontal asimptota y=0 da).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62/104  •  Eksponensial funksiyalar — o'sish va kamayish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B42C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Bank hisobida boshlang'ich $2000 bor, yillik 4% foiz qo'shiladi (compound). N-yildan keyingi summa formulasini yozing.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EB42C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Boshlang'ich qiymat a=2000. Yillik o'sish 4%, demak asos b = 1+0.04 = 1.04.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Formula: A(n) = 2000 × (1.04)^n.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Tekshirish: n=0 da A(0)=2000 (to'g'ri, boshlang'ich qiymat).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EB42C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10 ta eksponensial masalada formula (a, b) ni aniqlash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8 ta jadvaldan eksponensial yoki chiziqli model ekanini aniqlash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5 ta foiz o'sish/kamayish masalasini formulaga aylantirish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62/104  •  Eksponensial funksiyalar — o'sish va kamayish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B42C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Eksponensial funksiya: y=a×b^x, b&gt;1 o'sish, 0&lt;b&lt;1 kamayish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Foiz o'sish/kamayish asosga to'g'ridan-to'g'ri bog'lanadi (1±r)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Doimiy NISBAT — eksponensial; doimiy FARQ — chiziqli model belgisi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B42C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15 ta eksponensial funksiya formulasini tuzish va qiymat hisoblash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5 ta jadvalni tahlil qilib, model turini (eksponensial/chiziqli) aniqlash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3 ta compound interest masalasini yechish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