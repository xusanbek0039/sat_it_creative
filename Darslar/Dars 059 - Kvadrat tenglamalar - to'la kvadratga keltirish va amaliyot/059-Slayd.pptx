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59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Kvadrat tenglamalar — to'la kvadratga keltirish va amaliyot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20-hafta   •   2-bosqich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to'la kvadratga keltirish (completing the square) usulini va barcha uch usulni qachon tanlashni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Kvadrat tenglamalar — to'la kvadratga keltirish va amaliyot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To'la kvadratga keltirish bosqichlarini bajaradi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Uch usuldan (factoring/formula/completing the square) eng qulayini tanlaydi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Vertex shaklini to'la kvadrat orqali topadi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To'la kvadratga keltirish bosqichlari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Vertex shaklini topish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Uch usulni solishtirish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Qaysi usulni qachon tanlash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59/104  •  Kvadrat tenglamalar — to'la kvadratga keltirish va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To'la kvadratga keltirish bosqichlari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1-bosqich: agar a≠1 bo'lsa, butun tenglamani a ga bo'ling, so'ng konstantani o'ng tomonga o'tkazing.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2-bosqich: x koeffitsientining yarmini kvadratga ko'tarib, ikki tomonga qo'shing — bu chap tomonni to'la kvadrat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3-bosqich: chap tomonni (x+k)² shaklida yozib, ikki tomondan kvadrat ildiz olib, x ni toping.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59/104  •  Kvadrat tenglamalar — to'la kvadratga keltirish va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Vertex shaklini topish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To'la kvadratga keltirish kvadrat funksiyani VERTEX shaklga (y=a(x-h)²+k) aylantiradi.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Vertex shaklida (h,k) — parabolaning uchi (vertex) koordinatalarini to'g'ridan-to'g'ri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usul — 60-61-darslarda kvadrat funksiyalarning grafigini chizishda asosiy vosita bo'ladi.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59/104  •  Kvadrat tenglamalar — to'la kvadratga keltirish va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Uch usulni solishtirish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Factoring — eng tez, lekin faqat oson ajratiladigan (butun son ildizli) tenglamalarga mos.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Kvadrat formula — har doim ishlaydi, universal, lekin biroz ko'proq hisoblash talab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Completing the square — vertex shaklini topish kerak bo'lganda yoki formula chiqarilishini tushunish uchun foydali.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Eslatma: SAT testida ko'pincha eng tez usulni (avval factoring, bo'lmasa formula) tanlash strategik jihatdan to'g'ri.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59/104  •  Kvadrat tenglamalar — to'la kvadratga keltirish va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Qaysi usulni qachon tanlash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Tenglamaga tezda nazar tashlab, agar koeffitsientlar oson ko'paytuvchilarga ajraladigan bo'lsa — factoring tanlang.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son chiroyli ajralmasa yoki vaqt tig'iz bo'lsa — to'g'ridan-to'g'ri kvadrat formulaga o'ting.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savol aniq vertex koordinatalarini so'rasa — completing the square eng to'g'ridan-to'g'ri yo'l.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59/104  •  Kvadrat tenglamalar — to'la kvadratga keltirish va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x² + 6x + 5 = 0 tenglamasini to'la kvadratga keltirish usuli bilan yeching.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Konstantani o'ngga o'tkazamiz: x² + 6x = -5. X koeffitsienti 6, yarmi 3, kvadrati 9: ikki tomonga 9 qo'shamiz.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x² + 6x + 9 = 4 → (x+3)² = 4.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tomondan ildiz olamiz: x+3 = ±2, demak x = -1 yoki x = -5.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tenglamani to'la kvadratga keltirish usuli bilan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aralash tenglamada eng qulay usulni tanlab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tenglamani vertex shaklga aylantirish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59/104  •  Kvadrat tenglamalar — to'la kvadratga keltirish va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To'la kvadratga keltirish — vertex shaklini topishning to'g'ridan-to'g'ri yo'li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 usul (factoring/formula/completing square) har xil vaziyatda qulay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Tenglamaga qarab eng tez usulni tanlash vaqtni tejaydi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tenglamani to'la kvadratga keltirish bilan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10 ta aralash kvadrat tenglamada usul tanlash mashqi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funksiyani vertex shaklga aylantirish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