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103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Test kuni simulyatsiyasi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35-hafta   •   4-bosqich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test kuni rejimini (uyqu, ovqat, transport, vaqt) to'liq simulyatsiya qilib, psixologik va jismoniy jihatdan tayyorlanasiz.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Test kuni simulyatsiyasi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Test kuni logistikasini (uyqu, ovqat, transport) aniq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To'liq vaqt rejimini real sharoitda his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Stress va ishonch texnikalarini amaliy qo'llaydi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Test kuni rejimi: uyqu, ovqat, transport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To'liq vaqt rejimi simulyatsiyasi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Stress va ishonch texnikalari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kuni nima qilish/qilmaslik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103/104  •  Test kuni simulyatsiyasi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kuni rejimi: uyqu, ovqat, transport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kunidan oldingi kechada NECHA soat uxlash kerakligini (kamida 7-8 soat) va bунинг uchun rejimni oldindan moslashtirish.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kuni ertalabki nonushta — OG'IR emas, lekin TO'YIMLI bo'lishi kerak (qandni keskin oshirib-tushiruvchi ovqatlardan saqlanish).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markazigacha boradigan YO'L va VAQTNI oldindan aniq bilish — kechikish stressidan saqlanish uchun.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103/104  •  Test kuni simulyatsiyasi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To'liq vaqt rejimi simulyatsiyasi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dars — AYNAN test kuni vaqtida (ertalab, bir xil davomiylik bilan) o'tkazilishi tavsiya etiladi.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bo'lim (RW+Math) orasidagi TANAFFUS vaqtini ham real sharoitga moslab sinash.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eng SO'NGGI va eng TO'LIQ simulyatsiya, undan keyin faqat yengil takror qoladi.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bu simulyatsiya natijasi endi muhim emas — maqsad faqat JISMONIY va PSIXOLOGIK tayyorgarlikni sinash.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103/104  •  Test kuni simulyatsiyasi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Stress va ishonch texnikalari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102-darsda mashq qilingan nafas olish texnikasini, simulyatsiya davomida AMALIY qo'llash.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boshida va qiyin paytlarda, ijobiy ichki dialogni ongli ravishda ishlatish.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Simulyatsiyadan keyin, o'z his-tuyg'ulari haqida xolisona fikr yozish (qaysi joyda stress ko'proq sezildi).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103/104  •  Test kuni simulyatsiyasi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kuni nima qilish/qilmaslik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QILISH: erta uxlash, to'yimli nonushta, hujjatlarni oldindan tayyorlash, vaqtida yetib borish.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QILMASLIK: oxirgi kechada yangi mavzu o'rganish, ortiqcha kofein, stressli suhbatlar, kechikish xavfi.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ro'yxat — 104-darsda yana bir marta qisqacha ko'rib chiqiladi.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103/104  •  Test kuni simulyatsiyasi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Simulyatsiya davomida, kutilmaganda uyqusizlik tufayli diqqat birinchi 10 daqiqada pasaygan.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— test kunidan oldin UYQU rejimini alohida nazorat qilish zarurligini ko'rsatadi.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104-darsda, erta uxlash rejasini ANIQ va qat'iy belgilaymiz.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Ertalabki yengil isinish mashqi (1-2 oson savol) diqqatni tezda barqarorlashtirishga yordam berishini eslab qolamiz.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vaqt rejimida (real test kuni vaqtida) yengil simulyatsiya o'tkazish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kuni logistika rejasini (uyqu, ovqat, yo'l) yozma shaklda tayyorlash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Nafas olish va ichki dialog texnikalarini amaliy qo'llash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103/104  •  Test kuni simulyatsiyasi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To'liq simulyatsiya — jismoniy va psixologik tayyorgarlikning yakuniy sinovi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Logistika (uyqu, ovqat, yo'l) — test kuni muvaffaqiyatining yashirin, lekin muhim qismi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Endi qolgan yagona dars — yakuniy ko'rib chiqish va dam olish (104-dars)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 uxlash — bugundan boshlab test kunigacha izchil rejim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kuni uchun barcha materiallarni (ID, kalkulyator, qalam) tayyorlash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markazigacha yo'l va vaqtni xaritada aniq tekshirish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