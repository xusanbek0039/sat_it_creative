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60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Kvadrat funksiyalar — parabola grafigi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20-hafta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kvadrat funksiya grafigi — parabolaning asosiy xususiyatlarini (vertex, simmetriya o'qi, yo'nalish)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Kvadrat funksiyalar — parabola grafigi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Parabolaning vertex va simmetriya o'qini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Parabolaning yuqoriga/pastga ochilishini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Funksiya shaklidan (standart/vertex/factored) grafik xususiyatlarini o'qiydi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Parabola asosiy qismlari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Yuqoriga/pastga ochilish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Uch shakldan grafik o'qish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Simmetriya o'qi va vertex bog'liqligi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Parabola asosiy qismlari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Vertex — parabolaning eng yuqori yoki eng past nuqtasi (uchi).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Simmetriya o'qi — vertex orqali o'tuvchi vertikal chiziq, parabolani ikki teng qismga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X-kesishish nuqtalari (root/zero) — parabola x-o'qni kesib o'tgan nuqtalar, ya'ni tenglamaning yechimlari.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Yuqoriga/pastga ochilish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'a' (x² oldidagi koeffitsient) musbat bo'lsa — parabola YUQORIGA ochiladi, vertex ENG PAST nuqta.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'a' manfiy bo'lsa — parabola PASTGA ochiladi, vertex ENG YUQORI nuqta.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'a' ning kattaligi parabolaning 'torligini' belgilaydi: katta |a| — tor parabola, kichik |a| — keng parabola.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Uch shakldan grafik o'qish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Vertex shakli y=a(x-h)²+k dan: vertex to'g'ridan-to'g'ri (h,k).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Factored shakli y=a(x-p)(x-q) dan: x-kesishish nuqtalari to'g'ridan-to'g'ri p va 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Standart shakli y=ax²+bx+c dan: y-kesishish to'g'ridan-to'g'ri 'c', vertex x-koordinatasi x=-b/(2a).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SAT savollarida qaysi shakl berilganini aniqlash — qaysi xususiyatni TEZROQ topish mumkinligini belgilaydi.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Simmetriya o'qi va vertex bog'liqligi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Simmetriya o'qi tenglamasi: x = -b/(2a) (standart shakldan), bu vertex'ning x-koordinatasi bilan bir xil.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Vertex y-koordinatasini topish uchun, simmetriya o'qi x qiymatini funksiyaga qo'yib y ni hisoblash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x-kesishish nuqtasi bo'lsa, simmetriya o'qi ularning ARIFMETIK O'RTACHASIGA teng.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y = 2(x-3)² + 4 funksiyasining vertex va ochilish yo'nalishini aniqlang.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Funksiya vertex shaklida (y=a(x-h)²+k) berilgan: h=3, k=4.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 vertex (3,4).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a=2 (musbat), shuning uchun parabola YUQORIGA ochiladi, vertex eng past nuqta.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funksiyaning vertex va simmetriya o'qini turli shakllardan topish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parabolaning yuqoriga/pastga ochilishini va torligini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funksiyani bir shakldan ikkinchisiga aylantirish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60/104  •  Kvadrat funksiyalar — parabola grafigi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Vertex — parabolaning uchi, ochilish yo'nalishi 'a' belgisiga bog'liq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shakl (standart/vertex/factored) har xil xususiyatni tezda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Simmetriya o'qi x=-b/(2a) — vertex'ning x-koordinatasi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funksiyaning vertex, simmetriya o'qi va yo'nalishini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standart shakldagi funksiyani vertex shaklga aylantirish (to'la kvadrat orqali)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grafikni vertex va x-kesishish nuqtalari asosida qo'lda chizish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