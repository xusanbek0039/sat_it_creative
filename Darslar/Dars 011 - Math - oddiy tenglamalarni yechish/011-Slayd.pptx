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11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Math: oddiy tenglamalarni yechish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4-hafta   •   0-bosqich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bir noma'lumli oddiy chiziqli tenglamalarni yechish ko'nikmasi mustahkamlanadi — bu Algebra bosqichining asosiy poydevori.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Math: oddiy tenglamalarni yechish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Bir noma'lumli chiziqli tenglamani har qanday ko'rinishda yecha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Tenglama ikki tomonida bir xil amalni qo'llash qoidasini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Tekshirish (check) orqali javobning to'g'riligini tasdiqlay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Tenglama yechishning asosiy qoidasi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Qavsli va kasrli tenglamalar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Javobni tekshirish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11/104  •  Math: oddiy tenglamalarni yechish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Tenglama yechishning asosiy qoidasi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Tenglamaning ikki tomonida bir xil amalni bajarish mumkin (qo'shish, ayirish, ko'paytirish, bo'lish).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noma'lumni (x) tenglamaning bir tomonida yolg'iz qoldirish.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Amallarni teskari tartibda bajarish: avval qo'shish/ayirish, keyin ko'paytirish/bo'lish.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11/104  •  Math: oddiy tenglamalarni yechish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Qavsli va kasrli tenglamalar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Qavsni distributiv qonun bilan ochish: a(b+c) = ab + ac.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Kasrli tenglamada har ikki tomonni umumiy maxrajga ko'paytirib, kasrlardan qutulish qulay.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tenglamalarni soddalashtirishdan oldin har doim qavslarni ochib olish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11/104  •  Math: oddiy tenglamalarni yechish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Javobni tekshirish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Topilgan x qiymatini asl tenglamaga qo'yib tekshirish — xatolardan saqlaydi.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tenglama ikki tomoni teng chiqmasa, hisoblashda xato bo'lgan.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paytida vaqt bo'lsa, har doim tekshirish tavsiya etiladi.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SAT'da 'no solution' yoki 'infinite solutions' holatlari ham uchraydi — bularni 18-darsda chuqur o'rganamiz.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11/104  •  Math: oddiy tenglamalarni yechish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3(x - 2) + 4 = 2x + 6 tenglamasini yeching.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Qavsni ochamiz: 3x - 6 + 4 = 2x + 6.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Soddalashtiramiz: 3x - 2 = 2x + 6.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ni bir tomonga o'tkazamiz: 3x - 2x = 6 + 2 → x = 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oddiy chiziqli tenglamani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qavsli tenglamani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yechimni asl tenglamaga qo'yib tekshirish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11/104  •  Math: oddiy tenglamalarni yechish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Tenglamaning ikki tomonida bir xil amal bajariladi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Avval qavslarni ochish, keyin soddalashtirish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Javobni asl tenglamaga qo'yib tekshirish xatolardan saqlaydi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12 ta aralash chiziqli tenglamani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yechimni tekshirish (check) bilan tasdiqlash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qilingan misollarni error log'ga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