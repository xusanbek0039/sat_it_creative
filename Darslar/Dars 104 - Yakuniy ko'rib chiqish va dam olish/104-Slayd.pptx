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720000">
            <a:off x="9144000" y="365760"/>
            <a:ext cx="2011680" cy="182880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21120000">
            <a:off x="10698480" y="1554480"/>
            <a:ext cx="1463040" cy="132588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200000">
            <a:off x="8503920" y="1737360"/>
            <a:ext cx="1188720" cy="105156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104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Yakuniy ko'rib chiqish va dam olish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35-hafta   •   4-bosqich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yakuniy darsda siz yengil, yuklamasdan ko'rib chiqish o'tkazib, hujjatlar va logistikani tekshirib, to'liq xotirjamlik bilan SAT kuniga tayyorlanasiz.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Yakuniy ko'rib chiqish va dam olish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Barcha kerakli hujjat va materiallarni tayyor holga keltiradi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Test kuni logistikasini yakuniy marta tasdiqlaydi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Psixologik jihatdan xotirjam va tayyor holatga keladi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Yengil ko'rib chiqish (yuklamasdan)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Hujjatlar: ID, admission ticket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Logistika: test markazi, vaqt, yo'l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Dam olish va asabni bo'shashtirish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104/104  •  Yakuniy ko'rib chiqish va dam olish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Yengil ko'rib chiqish (yuklamasdan)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kuni YANGI mavzu o'rganish QAT'IYAN tavsiya etilmaydi — bu endi foyda emas, faqat keraksiz stress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101-darsdagi formulalar varag'i va tez eslash kartochkalarini, 10-15 daqiqa, YENGIL ko'zdan kechirish kifoya.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bilimni 'yangilamoq' emas, balki ISHONCHNI so'nggi marta mustahkamlash.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104/104  •  Yakuniy ko'rib chiqish va dam olish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Hujjatlar: ID, admission ticket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Rasmiy shaxsni tasdiqlovchi hujjat (pasport yoki boshqa qabul qilinadigan ID) tayyor va amal qilish muddati o'tmaganini tekshirish.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Admission ticket (Bluebook ilovasidan yoki College Board saytidan) chop etilgan/saqlangan holda tayyor bo'lishi.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Ruxsat etilgan kalkulyator, qalam/qog'oz (agar kerak bo'lsa) oldindan tayyorlangan bo'lishi.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9EB42C"/>
                </a:solidFill>
                <a:latin typeface="Calibri"/>
              </a:rPr>
              <a:t>Eslatma: hujjatlar yetishmasligi — test kuni eng oson oldini olinadigan, lekin eng katta stress beruvchi muammo, shuning uchun bugun TEKSHIRIB qo'yish muhim.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104/104  •  Yakuniy ko'rib chiqish va dam olish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Logistika: test markazi, vaqt, yo'l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markazi manzili, boshlanish vaqti va U YERGA YETIB BORISH uchun zarur vaqt yana bir marta tasdiqlanadi.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Ertalab uyg'onish vaqti — markazga yetib borish, ro'yxatdan o'tish vaqtini hisobga olib, ETARLI zahira bilan belgilanadi.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transport (jamoat yoki shaxsiy) bo'lsa, kechqurundan tayyor turishi tekshiriladi.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104/104  •  Yakuniy ko'rib chiqish va dam olish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Dam olish va asabni bo'shashtirish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Bugungi kun davomida, og'ir jismoniy/aqliy mashqlardan saqlanib, YENGIL, yoqimli faoliyatlarga vaqt ajratish.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Erta uxlashga e'tibor — kamida 7-8 soat sifatli uyqu test kuni diqqat va xotira uchun hal qiluvchi ahamiyatga ega.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Butun tayyorgarlik davri (1-104-dars) davomida bosib o'tilgan yo'lni va erishilgan o'sishni minnatdorchilik bilan eslash foydali.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104/104  •  Yakuniy ko'rib chiqish va dam olish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Kechqurun, admission ticket chop etilmagani esga tushdi.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Buni DARHOL, bugun kechqurun hal qilamiz — ertaga kechikmaslik uchun.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Bluebook ilovasi/College Board saytidan ticketni qayta yuklab, chop etamiz yoki telefonga saqlaymiz.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Boshqa hujjatlar (ID, kalkulyator) bilan birga, ertangi sumkaga oldindan joylashtiramiz.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Hujjatlar va materiallar ro'yxatini tekshirib, barchasini bir joyga tayyorlab qo'yish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Formulalar varag'i va kartochkalarni 10-15 daqiqa yengil ko'zdan kechirish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Logistika rejasini (uyg'onish vaqti, yo'l, yetib borish) yakuniy marta tasdiqlash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104/104  •  Yakuniy ko'rib chiqish va dam olish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104 kunlik tayyorgarlik dasturi — to'liq, izchil va bosqichma-bosqich yakunlandi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Bugungi kun — yangi bilim emas, balki tayyorgarlik va xotirjamlikni mustahkamlash kuni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Siz SAT imtihoniga to'liq va ishonchli tayyorsiz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Dam olish — SATga to'liq tayyor!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 uxlash, barcha hujjatlarni tayyorlab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Ertaga, test kuni: ishonch bilan, xotirjam va tayyor holda boring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