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17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Command of Evidence (Quantitative) — grafik o'qish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5-hafta   •   1-bosqich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grafik, jadval va diagrammalarni to'g'ri o'qish, ulardagi ma'lumotni so'z bilan ifodalash ko'nikmasini egallaysiz.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Command of Evidence (Quantitative) — grafik o'qish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Grafik, jadval va diagramma turlarini farqlaydi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O'qlar, birliklar va izohni (legend) to'g'ri o'qiydi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Ma'lumotdagi trend va o'zgarishlarni aniqlaydi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Grafik, jadval, diagramma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O'qlar, birliklar, izoh (legend) o'qish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Trend va o'zgarishlarni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Ma'lumotni so'z bilan ifodalash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Grafik, jadval, diagramma turlari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Chiziqli grafik (line graph) — vaqt bo'yicha o'zgarishni ko'rsatadi (trend uchun eng informativ).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Ustunli diagramma (bar chart) — turli toifalarni taqqoslash uchun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 (table) — aniq raqamli ma'lumotlarni tartiblangan shaklda beradi, taqqoslash uchun qulay.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O'qlar, birliklar, izoh (legend) o'qish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doim grafikni o'qishdan OLDIN ikki o'q yozuvini (X va Y) va ularning BIRLIGINI (foiz, son, yil) o'qing.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Izoh (legend) bir nechta chiziq/ustun bo'lganda har biri nimani bildirishini ko'rsatadi — uni e'tiborsiz qoldirish ko'p xatoga olib keladi.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Sarlavha (title) grafikning umumiy mavzusini bildiradi, lekin batafsil ma'lumotni bermaydi.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Trend va o'zgarishlarni aniqlash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Trend — vaqt davomida ma'lumotning umumiy yo'nalishi (o'sish, kamayish, barqarorlik).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yuqori/eng past nuqtalarni va ular qaysi vaqt/toifaga to'g'ri kelishini aniqlang.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savol ikkita nuqta orasidagi FARQni (masalan, foizdagi o'zgarish) hisoblashni talab qiladi.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grafikdagi vizual 'katta o'zgarish' har doim ham katta sonli farq emas — o'q shkalasiga ehtiyot bilan qarang.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Ma'lumotni so'z bilan ifodalash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Grafikdan o'qilgan raqamiy ma'lumotni oddiy gapga aylantirish mashqi qilinadi: 'X yilda Y ko'rsatkich Z ga teng bo'ldi'.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ko'nikma savol matnidagi tasvirlarni grafik bilan solishtirishda zarur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Variantlarni tekshirishda — har bir raqamni grafikdagi aniq nuqta bilan tasdiqlang, taxmin qilmang.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Chiziqli grafik: 2018-yildan 2022-yilgacha bir shahardagi velosipedchilar sonini ko'rsatadi, Y o'qi 'minglar' birligida. 2018: 20k, 2022: 35k. Savol: 'Necha foizga oshdi?'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Boshlang'ich va yakuniy qiymatlarni o'qiymiz: 20k va 35k.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Farqni hisoblaymiz: 35-20=15k, foizni hisoblaymiz: 15/20 = 0.75 = 75%.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taxminan 75% ga oshdi.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turli grafik/jadval tahlili — birgalikda o'qish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grafikning o'q birliklarini va izohini ovoz chiqarib aytish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Grafikdagi eng yuqori/past nuqtalarni topish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17/104  •  Command of Evidence (Quantitative) — grafik o'qish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Grafikni o'qishdan oldin doim o'q birliklari va izohga e'tibor bering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Trend — umumiy yo'nalish, aniq qiymat — alohida nuqta o'qishi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Vizual taassurotga emas, aniq raqamlarga tayanib javob bering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grafik/jadval asosidagi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grafikning o'q birliklarini avval yozib qo'yish odatini shakllantirish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nuqta orasidagi foizli o'zgarishni hisoblash mashqlari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