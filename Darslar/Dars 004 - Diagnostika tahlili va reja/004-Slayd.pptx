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91440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47C3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4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Diagnostika tahlili va reja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47C3F"/>
                </a:solidFill>
                <a:latin typeface="Calibri"/>
              </a:rPr>
              <a:t>2-hafta   •   0-bosqich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diagnostika natijalari domen bo'yicha tahlil qilinadi, zaif va kuchli tomonlar aniqlanadi va shaxsiy o'quv reja tuziladi.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Dars maqsadi va reja — Diagnostika tahlili va reja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O'z natijasini domen (bo'lim) bo'yicha tahlil qila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Eng zaif 3 mavzuni aniq belgilaydi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Xatolar daftarini (error log) ochadi va undan foydalanishni biladi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Natijani domenlarga ajratib tahlil qilish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Xato turlarini klassifikatsiya qilish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Xatolar daftarini (error log) yuritish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Shaxsiy o'quv reja va ustuvorliklar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4/104  •  Diagnostika tahlili va reja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Natijani domenlarga ajratib tahlil qilish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RW: Information &amp; Ideas, Craft &amp; Structure, Expression of Ideas, Standard English Conventions.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Math: Algebra, Advanced Math, Problem-Solving &amp; Data Analysis, Geometry &amp; Trigonometry.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domenda nechta savolni to'g'ri/noto'g'ri yechganingizni alohida sanang.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4/104  •  Diagnostika tahlili va reja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Xato turlarini klassifikatsiya qilish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Bilim xatosi: qoida/formula umuman bilmagansiz.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E'tiborsizlik xatosi: bilgan narsani shoshilib noto'g'ri qo'llagansiz.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Vaqt xatosi: vaqt yetmagani uchun taxmin qilgansiz yoki bo'sh qoldirgansiz.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F9BB01"/>
                </a:solidFill>
                <a:latin typeface="Calibri"/>
              </a:rPr>
              <a:t>Har xato turi boshqacha yechim talab qiladi: bilim xatosi — qoidani o'rganish; e'tiborsizlik — sekinlashish; vaqt — tezlik mashqi.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4/104  •  Diagnostika tahlili va reja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Xatolar daftarini (error log) yuritish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noto'g'ri savol uchun: mavzu, xato turi, to'g'ri yechim yozib boriladi.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hafta error log'ni qayta ko'rib chiqish — eng samarali takror usuli.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Error log butun dastur davomida yuritiladi — bu sizning 'shaxsiy zaiflik xaritangiz'.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4/104  •  Diagnostika tahlili va reja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Shaxsiy o'quv reja va ustuvorliklar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Eng ko'p xato qilingan 2-3 domenni ustuvor deb belgilang.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Dastur davomida shu domenlarga qo'shimcha vaqt va mashq ajratish rejalashtiriladi.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Maqsad ball va hozirgi ball orasidagi farqni real muddat bilan bog'lab qo'yish.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4/104  •  Diagnostika tahlili va reja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Diagnostikada Algebra bo'yicha 10 savoldan 4 tasi noto'g'ri, Geometriyada 8 savoldan 2 tasi noto'g'ri chiqdi. Qaysi domen ustuvor bo'lishi kerak?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Algebra xato foizi: 4/10 = 40%.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Geometriya xato foizi: 2/8 = 25%.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Algebra xato foizi yuqoriroq — demak Algebra ustuvor mavzu bo'ladi.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O'qituvchi bilan birga ikki diagnostika natijasini domen bo'yicha jadvalga kiritish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Xatolar daftarining birinchi sahifasini ochish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3 ta eng zaif mavzuni belgilash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4/104  •  Diagnostika tahlili va reja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 turlari: bilim, e'tiborsizlik, vaqt — har biri boshqacha davolanadi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Error log — butun dastur davomidagi asosiy qurol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Ustuvor mavzular aniq foizlar asosida tanlanadi, taxmin asosida 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Xatolar daftarini to'liq to'ldirish (har bir noto'g'ri savol uchun)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Shaxsiy o'quv reja varag'ini yozib chiqish (3 ustuvor mavzu)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Maqsad ball va muddatni qog'ozga yozib, ko'zga ko'rinadigan joyga osish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