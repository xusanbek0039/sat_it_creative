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99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Test #4 tahlili — yakuniy natija va qolgan bo'shliqlar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33-hafta   •   4-bosqich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to'rtinchi va oxirgi testning natijasini tahlil qilib, maqsad ballga yaqinligini baholaysiz va oxirgi takror rejasini tuzasiz.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Test #4 tahlili — yakuniy natija va qolgan bo'shliqlar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To'rtinchi test natijasini to'liq tahlil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Maqsad ballga yaqinligini aniq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Qolgan kichik bo'shliqlar uchun oxirgi takror rejasini tuzadi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Yakuniy natija tahlili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Maqsad ballga yaqinlik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Qolgan kichik bo'shliqlar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Oxirgi takror rejasi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99/104  •  Test #4 tahlili — yakuniy natija va qolgan bo'shliqlar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Yakuniy natija tahlili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#4 natijasini, oldingi uch test bilan birga, to'liq Ball Kuzatuviga kiritish.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 test bo'yicha UMUMIY trend (RW va Math alohida) yakuniy marta ko'rib chiqiladi.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butun tayyorgarlik davrining ENG SO'NGGI, eng to'liq ma'lumoti.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99/104  •  Test #4 tahlili — yakuniy natija va qolgan bo'shliqlar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 ballga yaqinlik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Boshlang'ich maqsad ball (1-darsda belgilangan) bilan hozirgi natijani solishtirish.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maqsadga yetilgan/yaqin bo'lsa — bu katta yutuq, qolgan kunlar mustahkamlashga sarflanadi.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hali farq bo'lsa — bu farq REAL va kichik bo'lishi kerak (katta o'zgarish endi kutilmaydi).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99/104  •  Test #4 tahlili — yakuniy natija va qolgan bo'shliqlar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Qolgan kichik bo'shliqlar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 test davomida ALOHIDA, kamdan-kam uchragan xato turlari — bu darsda aniq ro'yxatga olinadi.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Bular — 100-darsda maqsadli, qisqa takror bilan yopiladi.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Katta, tizimli bo'shliqlar bu bosqichda kutilmaydi (96-darsda allaqachon yopilgan bo'lishi kerak).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bu bosqichda maqsad — KATTA tuzatish emas, balki MAYDA, oxirgi sayqallashlar.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99/104  •  Test #4 tahlili — yakuniy natija va qolgan bo'shliqlar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Oxirgi takror rejasi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100-104-darslar (oxirgi 8 kun) uchun aniq, YENGIL reja tuzish — bu kunlar OG'IR mashqdan ko'ra YENGIL mustahkamlash uchun.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Formula va qoidalar takrori (101-dars), strategiya takrori (102-dars), test kuni simulyatsiyasi (103-dars) ketma-ketligi belgilanadi.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reja — ortiqcha yuklamasdan, ishonchni oshirishga qaratilgan bo'lishi kerak.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99/104  •  Test #4 tahlili — yakuniy natija va qolgan bo'shliqlar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To'rt RW test natijasi: 580, 610, 630, 640 — barqaror, sezilarli o'sish.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trendni 'barqaror o'sish, maqsadga yaqinlashish' deb baholaymiz.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Oxirgi 10 ball farqi — katta tashvish emas, mayda sayqallash bilan yopiladi.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Oxirgi kunlarda asosiy e'tibor xotirjamlik va formula takroriga qaratiladi.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To'rt test natijasini birgalikda, to'liq Ball Kuzatuviga kiritish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Maqsad ball bilan hozirgi natijani aniq solishtirish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Oxirgi 8 kunlik (100-104-dars) yengil takror rejasini yozish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99/104  •  Test #4 tahlili — yakuniy natija va qolgan bo'shliqlar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To'rt test trendi — butun tayyorgarlik davrining yakuniy, eng aniq ko'rsatkichi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Qolgan bo'shliqlar — mayda va maqsadli, qisqa takror bilan yopiladi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Oxirgi 8 kun — yengil mustahkamlash va xotirjamlikka qaratiladi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Yengil mashq — faqat ro'yxatga olingan mayda bo'shliqlardan 15-20 savol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Ball Kuzatuvini to'liq, yakuniy holatga keltirish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Oxirgi 8 kunlik rejani aniq kun-kun yozib chiqish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