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46304" cy="685800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0"/>
            <a:ext cx="146304" cy="685800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146304" cy="685800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8719" y="0"/>
            <a:ext cx="146304" cy="685800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63040" y="0"/>
            <a:ext cx="146304" cy="685800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93185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56 / 104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Ekvivalent ifodalar — daraja qonunlari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93185"/>
                </a:solidFill>
                <a:latin typeface="Calibri"/>
              </a:rPr>
              <a:t>19-hafta   •   2-bosqich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daraja qonunlarini to'liq, ratsional darajalar va ildizlarni, ratsional ifodalarni soddalashtirishni o'rganasiz.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Ekvivalent ifodalar — daraja qonunlari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46304" cy="64008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14427"/>
                </a:solidFill>
                <a:latin typeface="Calibri"/>
              </a:rPr>
              <a:t>O'QUV NATIJASI: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Barcha daraja qonunlarini to'g'ri qo'llaydi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Ratsional darajalarni ildiz shakliga aylantiradi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Ratsional ifodalarni to'g'ri soddalashtiradi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14427"/>
                </a:solidFill>
                <a:latin typeface="Calibri"/>
              </a:rPr>
              <a:t>DARS REJASI: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393185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Daraja qonunlari to'liq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393185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Ratsional darajalar va ildizlar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393185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Ratsional ifodalarni soddalashtirish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393185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Manfiy darajalar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56/104  •  Ekvivalent ifodalar — daraja qonunlari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Daraja qonunlari to'liq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46304" cy="64008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Ko'paytirish: a^m × a^n = a^(m+n); bo'lish: a^m ÷ a^n = a^(m-n).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Daraja darajasi: (a^m)^n = a^(mn); ko'paytma darajasi: (ab)^n = a^n × b^n.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Nol daraja: a^0 = 1 (a≠0 bo'lganda); bu qoidalar barcha algebraik ifodalar uchun amal qiladi.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56/104  •  Ekvivalent ifodalar — daraja qonunlari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Ratsional darajalar va ildizlar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46304" cy="64008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a^(1/n) = n-darajali ildiz a dan (masalan, a^(1/2) = √a).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a^(m/n) = n-darajali ildiz (a^m) dan, yoki (n-darajali ildiz a)^m — ikkisi teng natija beradi.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Manfiy daraja — teskari (resiprokal) ma'noni bildiradi: a^(-n) = 1/a^n.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56/104  •  Ekvivalent ifodalar — daraja qonunlari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Ratsional ifodalarni soddalashtirish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46304" cy="64008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Ratsional ifoda — kasr shaklidagi algebraik ifoda; soddalashtirish uchun avval surat va maxrajni factoring qiling.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Surat va maxrajdagi UMUMIY ko'paytuvchilarni qisqartiring (bekor qiling).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Diqqat: maxrajni nolga aylantiruvchi x qiymatlarini (cheklovlarni) aniqlab, ularni yechimdan chiqarib tashlash kerak.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D14427"/>
                </a:solidFill>
                <a:latin typeface="Calibri"/>
              </a:rPr>
              <a:t>Eslatma: ratsional ifodada maxraj qaysi qiymatda nolga aylanishini doim tekshiring — bu qiymat ifoda uchun ANIQLANMAGAN hisoblanadi.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56/104  •  Ekvivalent ifodalar — daraja qonunlari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Manfiy darajalar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46304" cy="64008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Manfiy daraja ko'rsatkichi — asosni TESKARI (resiprokal) holatga o'tkazadi: x^(-2) = 1/x².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Manfiy darajani soddalashtirishda, avval uni musbat darajaga aylantirib, so'ng qoidalarni qo'llash qulay.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Ifoda yakunida, agar mumkin bo'lsa, javobni faqat musbat darajalar bilan ifodalash standart talab hisoblanadi.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56/104  •  Ekvivalent ifodalar — daraja qonunlari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46304" cy="64008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14427"/>
                </a:solidFill>
                <a:latin typeface="Calibri"/>
              </a:rPr>
              <a:t>SAVOL: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(x^(3/2) × x^(1/2)) ifodasini soddalashtiring.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14427"/>
                </a:solidFill>
                <a:latin typeface="Calibri"/>
              </a:rPr>
              <a:t>YECHIM QADAMLARI: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Ko'paytirish qoidasi: daraja ko'rsatkichlarini qo'shamiz: 3/2 + 1/2 = 4/2 = 2.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Natija: x².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Tekshirish: x^(3/2) = √(x³), x^(1/2) = √x, ko'paytmasi √(x⁴) = x². To'g'ri.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14427"/>
                </a:solidFill>
                <a:latin typeface="Calibri"/>
              </a:rPr>
              <a:t>DARSDA AMALIYOT: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15 ta daraja qonuni savolini birgalikda yechish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Ratsional darajalarni ildiz shaklga va aksincha aylantirish mashqi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5 ta ratsional ifodani factoring orqali soddalashtirish</a:t>
            </a:r>
          </a:p>
        </p:txBody>
      </p:sp>
      <p:pic>
        <p:nvPicPr>
          <p:cNvPr id="16" name="Picture 15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56/104  •  Ekvivalent ifodalar — daraja qonunlari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46304" cy="64008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14427"/>
                </a:solidFill>
                <a:latin typeface="Calibri"/>
              </a:rPr>
              <a:t>ASOSIY XULOSALAR: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Daraja qonunlari (ko'paytirish, bo'lish, daraja darajasi) algebraik ifodalarning asosi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Ratsional daraja a^(m/n) — ildiz va darajaning birlashgan shakli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Ratsional ifodani soddalashtirishda factoring va maxraj cheklovini tekshirish zarur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14427"/>
                </a:solidFill>
                <a:latin typeface="Calibri"/>
              </a:rPr>
              <a:t>UY VAZIFASI: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20 ta daraja qonuni va ratsional ifoda savolini mustaqil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5 ta manfiy darajali ifodani musbat shaklga aylantirish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3 ta ratsional ifodaning aniqlanmagan (maxraj=0) nuqtalarini topish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6" name="Picture 15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