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18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Command of Evidence (Quantitative) — amaliyot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5-hafta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matn va grafik ma'lumotlarini birlashtirib, argumentni qo'llab-quvvatlovchi ma'lumotni topish ko'nikmasini chuqurlashtirasiz.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Command of Evidence (Quantitative) — amaliyot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Matndagi argumentni grafik ma'lumoti bilan bog'laydi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Ma'lumotni noto'g'ri o'qish tuzoqlaridan saqlanadi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Murakkab, ko'p qatlamli grafikli savollarni ishonchli yechadi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Argumentni qo'llab-quvvatlovchi ma'lumot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Matn + grafikni birlashtirish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Ma'lumotni noto'g'ri o'qish tuzoqlari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Murakkab grafikli savollar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18/104  •  Command of Evidence (Quantitative)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Argumentni qo'llab-quvvatlovchi ma'lumot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savol turida matnda bir da'vo beriladi, grafikdan esa shu da'voni TASDIQLOVCHI aniq qiymatni tanlash so'raladi.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Avval matndagi da'voni tushunish, so'ngra grafikdan ANIQ shu da'voga mos nuqtani topish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 odatda grafikdagi haqiqiy raqamlar bo'ladi — vazifa noto'g'ri nuqtani tanlamaslik.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18/104  •  Command of Evidence (Quantitative)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Matn + grafikni birlashtirish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Matndagi kalit so'zlarni (kim, qaysi yil, qaysi toifa) aniqlang, so'ng grafikda AYNAN shu parametrlarga mos joyni qidiring.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matnda 'ikkinchi yil' deyilsa, grafikdagi 1-yil emas, aniq 2-yilga mos nuqtani tanlang.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grafikda bir nechta chiziq/toifa bo'ladi — matn qaysi biriga tegishli ekanini aniq belgilang.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18/104  •  Command of Evidence (Quantitative)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Ma'lumotni noto'g'ri o'qish tuzoqlari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Noto'g'ri o'q yoki noto'g'ri toifadan o'qilgan qiymat — eng keng tarqalgan xato.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Foiz va aniq sonni aralashtirib yuborish (masalan, '50% oshdi' va '50 birlikka oshdi' boshqa-boshqa narsa).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Grafikdagi eng katta vizual sakrashga e'tibor berib, savolda so'ralgan aniq nuqtani e'tiborsiz qoldirish.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Maslahat: variantni tanlashdan oldin grafikka qaytib, aynan shu raqamni BARMOQ bilan ko'rsata oladiganingizga ishonch hosil qiling.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18/104  •  Command of Evidence (Quantitative)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Murakkab grafikli savollar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savollarda ikki grafik birga beriladi — ikkalasidan mos ma'lumotni tanlab, taqqoslash kerak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savol grafikdagi ma'lumotga ZID keluvchi variantni topishni so'raydi ('qaysi gap grafikka mos kelmaydi?').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holatda har bir variantni grafik bilan alohida tekshirish, mos kelmaganini tanlash kerak.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18/104  •  Command of Evidence (Quantitative)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Matn: 'Tadqiqotchi B shahrida energiya tejashning eng yuqori darajasi 3-yilda kuzatilgan deb ta'kidlaydi.' Jadvalda B shahri uchun yillar bo'yicha foiz ko'rsatilgan, 3-yil qiymati 18%.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Matndagi kalit parametrlar: B shahri, 3-yil, 'eng yuqori daraja'.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Jadvalda B shahrining barcha yillardagi qiymatlarini solishtiramiz, 3-yil eng yuqori (18%) ekanini tasdiqlaymiz.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 variantida aynan '18%, 3-yil, B shahri' ko'rsatilgan variantni tanlaymiz.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matn+grafik savolini vaqt bilan (timed)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Matndagi kalit parametrlarni grafikda belgilash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'Grafikka zid' turidagi savollarni alohida mashq qilish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18/104  •  Command of Evidence (Quantitative)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Matndagi kalit parametrlarni avval aniqlash, keyin grafikda qidirish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Foiz va aniq sonni hech qachon aralashtirmang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tanlovni grafikdagi aniq nuqta bilan tasdiqlang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murakkab matn+grafik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savolda matndagi kalit parametrlarni avval yozib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Noto'g'ri javob berilgan savollarda xato turini (o'q/foiz/toifa) aniqlash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