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52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Tenglamalar sistemasi — elimination + maxsus holatlar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18-hafta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qo'shish (elimination) usulini, grafik yechimni va sistemaning maxsus holatlarini (yechimsiz/cheksiz)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Tenglamalar sistemasi — elimination + maxsus holatlar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Elimination usulini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Sistemani grafik orqali (kesishish nuqtasi)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Yechimsiz va cheksiz yechimli sistema holatlarini aniqlaydi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Qo'shish (elimination)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Grafik yechim (kesishish)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Maxsus holatlar (yechimsiz/cheksiz)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Qaysi usul qulay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Qo'shish (elimination) usuli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Elimination — ikki tenglamani shunday ko'paytirib qo'shadiki, bir o'zgaruvchi YO'QOLADI.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Buning uchun, bir o'zgaruvchining koeffitsientlarini ikki tenglamada QARAMA-QARSHI (yoki teng) qilish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Tenglamalarni qo'shgandan keyin qolgan bitta noma'lumli tenglamani yechib, so'ng ikkinchisini topish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Grafik yechim (kesishish)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chiziqni grafikka chizganda, ularning kesishish nuqtasi — sistemaning yechimi.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usul vizual tushunish uchun foydali, lekin aniq sonli yechim uchun algebraik usul ishonchliroq.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 kalkulyatorida ikki tenglamani kiritib, kesishish nuqtasini tezda topish mumkin (79-darsda chuqur o'rganiladi).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Maxsus holatlar (yechimsiz/cheksiz)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chiziq PARALLEL bo'lsa (bir xil slope, turli intercept) — sistema yechimsiz.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tenglama AYNAN BIR CHIZIQNI ifodalasa (bir xil slope va intercept) — sistema cheksiz yechimga ega.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holatlarni elimination jarayonida ham aniqlash mumkin: o'zgaruvchilar yo'qolib, NOTO'G'RI yoki TO'G'RI son tengligi qoladi.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Eslatma: 'sistema necha yechimga ega' turidagi savollar ko'pincha tenglamalarni TO'LIQ yechmasdan, faqat slope'larni solishtirib javob beriladi.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Qaysi usul qulay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o'zgaruvchi allaqachon ajratilgan bo'lsa ('y=...') — substitution qulayroq.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koeffitsientlar oson moslashtiriladigan bo'lsa (masalan, bir xil yoki ko'paytmasi) — elimination tezroq.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usulni ham bilish — sizga har bir sistemaga eng tez yo'l tanlash imkonini beradi.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Sistema: 2x + 3y = 12 va 4x - 3y = 6. Elimination bilan yeching.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 koeffitsientlari allaqachon qarama-qarshi (+3 va -3) — ikki tenglamani to'g'ridan-to'g'ri qo'shamiz.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6x = 18, x = 3.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x=3 ni birinchi tenglamaga qo'yamiz: 2(3)+3y=12, 3y=6, y=2. Yechim: (3,2).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sistemani vaqt bilan (timed), elimination usuli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maxsus holat (parallel/bir xil chiziq) misolini topish va tushuntirish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sistema uchun qaysi usul (substitution/elimination) qulayroq ekanini tanlash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52/104  •  Tenglamalar sistemasi — elimination + maxsus holatlar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Elimination — koeffitsientlarni moslashtirib, bir o'zgaruvchini yo'qotish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Parallel chiziqlar — yechimsiz; bir xil chiziq — cheksiz yechim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Tenglama tuzilishiga qarab eng qulay usulni (substitution/elimination) tanlash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sistemani mustaqil, vaqt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sistemaning yechim sonini (bitta/yo'q/cheksiz) faqat slope orqali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 ta sistemani ham substitution, ham elimination bilan yechib, natijani solishtirish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