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274320"/>
            <a:ext cx="2377440" cy="237744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280160"/>
            <a:ext cx="1554480" cy="155448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1737360"/>
            <a:ext cx="1188720" cy="11887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80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To'liq Math modul (timed) + tahlil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F2D83"/>
                </a:solidFill>
                <a:latin typeface="Calibri"/>
              </a:rPr>
              <a:t>27-hafta   •   2-bosqich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to'liq, real vaqt sharoitida Math modulini yechib, natijani domen bo'yicha chuqur tahlil qilasiz.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To'liq Math modul (timed) + tahlil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To'liq Math modulini belgilangan vaqtda yakunlaydi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Natijani domen bo'yicha (Algebra/Advanced Math/PSDA/Geometry) tahlil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Vaqt va Desmos balansini real test sharoitida boshqaradi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To'liq Math modul testi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Vaqt va Desmos balansi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Modul tahlili — domen bo'yicha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Xato sabablarini chuqur tahlil qilish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80/104  •  To'liq Math modul (timed) + tahlil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To'liq Math modul testi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Modul 22 savoldan iborat, 35 daqiqa vaqt beriladi — bu real Digital SAT formatiga to'liq mos.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boshlanishidan oldin, telefon va boshqa chalg'ituvchilarni olib tashlash, sokin joy tanlash tavsiya etiladi.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davomida real sharoitni simulyatsiya qilish uchun, faqat ruxsat etilgan vositalardan (Desmos, reference varaq) foydalaning.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80/104  •  To'liq Math modul (timed) + tahlil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Vaqt va Desmos balansi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savolga o'rtacha ~95 soniya beriladi, lekin oson savollarga kamroq, murakkab savollarga ko'proq vaqt sarflash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Desmosni tez yechiladigan savollarda OVER-USE qilish — vaqtni keraksiz sarflashga olib kelishi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'Mark for Review' funksiyasidan strategik foydalanib, qiyin savollarni keyinroq qaytib yechish foydali.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80/104  •  To'liq Math modul (timed) + tahlil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Modul tahlili — domen bo'yicha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tugagach, har bir xato savolni TO'RT domendan (Algebra, Advanced Math, PSDA, Geometry &amp; Trig) biriga ajratib yozish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Qaysi domenda eng ko'p xato bo'lgani — keyingi mustaqil mashqlar yo'nalishini belgilaydi.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tahlil — 45-79-darslar davomida o'rganilgan BARCHA Math ko'nikmalarining yakuniy 'sinov natijasi' hisoblanadi.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EB5B89"/>
                </a:solidFill>
                <a:latin typeface="Calibri"/>
              </a:rPr>
              <a:t>Eslatma: bitta to'liq modul natijasi — yakuniy baho emas, balki KEYINGI mashqlar uchun YO'L XARITASI sifatida qaraladi.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80/104  •  To'liq Math modul (timed) + tahlil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Xato sabablarini chuqur tahlil qilish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xatoni uch toifaga ajratish: concept (qoidani bilmaslik), careless (e'tiborsizlik), vaqt (shoshilish/ulgurmaslik).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Concept xatolari ko'p bo'lgan mavzularni (masalan, kvadrat funksiyalar, trigonometriya) qaytadan ko'rib chiqish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Vaqt xatolari ko'p bo'lsa, keyingi mashqlarda strategik 'qaysi savolni qachon tashlab ketish' qarorini mashq qilish kerak.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80/104  •  To'liq Math modul (timed) + tahlil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Test tugagach, 22 savoldan 4 tasi xato chiqdi: 2 tasi Advanced Math, 1 tasi Geometry, 1 tasi PSDA.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5B89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Xatolarni domen bo'yicha jadvalga yozamiz: Advanced Math=2, Geometry=1, PSDA=1, Algebra=0.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Eng ko'p xato Advanced Math'da (kvadrat/ko'phad/eksponensial funksiyalar) ekanini aniqlaymiz.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Keyingi mustaqil mashqlarda Advanced Math sub-mavzulariga ustuvor vaqt ajratamiz.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5B89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To'liq Math modul testi: 22 savol, 35 daqiqa (real test rejimida)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natijasini domen bo'yicha (4 domen) ajratib yozish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xatoni concept/careless/vaqt toifalariga ajratish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80/104  •  To'liq Math modul (timed) + tahlil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To'liq modul testi — real sharoitda vaqt va strategiya mashqi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Xatolarni domen bo'yicha tahlil qilish — keyingi mashqlar yo'nalishini belgilaydi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Bitta test natijasi yakuniy baho emas, balki yo'l xaritasi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Modul xatolarini batafsil, domen va sabab bo'yicha tahlil qilib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Eng zaif domendan 20 qo'shimcha savol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Progress jadvalini to'liq yangilash (45-80-darslar natijasi)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