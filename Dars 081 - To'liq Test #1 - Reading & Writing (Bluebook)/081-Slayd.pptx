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-548640" y="502920"/>
            <a:ext cx="13350240" cy="1554480"/>
          </a:xfrm>
          <a:prstGeom prst="parallelogram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48840"/>
            <a:ext cx="12191695" cy="73152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81 / 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To'liq Test #1 — Reading &amp; Writing (Bluebook)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9BB01"/>
                </a:solidFill>
                <a:latin typeface="Calibri"/>
              </a:rPr>
              <a:t>28-hafta   •   3-bosqich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siz birinchi to'liq RW bo'limini Bluebook ilovasida, real test sharoitida, boshidan oxirigacha topshirasiz.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To'liq Test #1 — Reading &amp; Writing (Bluebook)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-548640" y="0"/>
            <a:ext cx="13533120" cy="868680"/>
          </a:xfrm>
          <a:prstGeom prst="parallelogram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56570"/>
                </a:solidFill>
                <a:latin typeface="Calibri"/>
              </a:rPr>
              <a:t>O'QUV NATIJASI: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RW bo'limini to'liq, vaqt sharoitida topshiradi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Real test interfeysi (Bluebook) bilan ishlay oladi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27-44-darslarda o'rganilgan strategiyalarni amalda qo'llaydi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56570"/>
                </a:solidFill>
                <a:latin typeface="Calibri"/>
              </a:rPr>
              <a:t>DARS REJASI: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Test oldidan tayyorgarlik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Test rejimi — RW bo'limi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Strategiyalarni amalda qo'llash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Test yakunida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81/104  •  To'liq Test #1 — Reading &amp; Writing (Bluebook)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Test oldidan tayyorgarlik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-548640" y="0"/>
            <a:ext cx="13533120" cy="868680"/>
          </a:xfrm>
          <a:prstGeom prst="parallelogram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Bluebook ilovasi oldindan o'rnatilgan va sinab ko'rilgan bo'lishi kerak, test kuni texnik muammo bo'lmasligi uchun.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Sokin joy, to'liq batareya, qog'oz va qalam (qoraламa hisoblar uchun) tayyorlab qo'yiladi.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Telefon va boshqa chalg'ituvchi vositalar butunlay o'chirilib, boshqa xonaga qo'yiladi.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81/104  •  To'liq Test #1 — Reading &amp; Writing (Bluebook)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Test rejimi — RW bo'limi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-548640" y="0"/>
            <a:ext cx="13533120" cy="868680"/>
          </a:xfrm>
          <a:prstGeom prst="parallelogram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RW bo'limi 2 modul, har birida 27 savol, 32 daqiqadan iborat (jami ~64 daqiqa).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Birinchi modul natijasiga qarab, ikkinchi modul qiyinlik darajasi MOSLASHUVCHAN (adaptive) tarzda o'zgaradi.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Modullar orasida qisqa tanaffus bor, lekin orqaga qaytib avvalgi modulni o'zgartirish MUMKIN EMAS.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156570"/>
                </a:solidFill>
                <a:latin typeface="Calibri"/>
              </a:rPr>
              <a:t>Eslatma: bu — birinchi to'liq simulyatsiya, maqsad faqat ball emas, balki REAL sharoitda o'zini his qilish va strategiyalarni sinash.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81/104  •  To'liq Test #1 — Reading &amp; Writing (Bluebook)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Strategiyalarni amalda qo'llash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-548640" y="0"/>
            <a:ext cx="13533120" cy="868680"/>
          </a:xfrm>
          <a:prstGeom prst="parallelogram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savolga ~70 soniya me'yorini ushlab turish, og'ir savollarni 'Mark for Review' bilan belgilab o'tish.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Craft &amp; Structure, Information &amp; Ideas, SEC va Expression of Ideas domenlaridagi barcha texnikalarni qo'llash.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Vaqt tugashiga oz qolganda, belgilangan savollarga qaytib, eng oson topilganlarini birinchi yechish.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81/104  •  To'liq Test #1 — Reading &amp; Writing (Bluebook)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Test yakunida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-548640" y="0"/>
            <a:ext cx="13533120" cy="868680"/>
          </a:xfrm>
          <a:prstGeom prst="parallelogram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Test tugagach, darhol umumiy taassurotlarni (qiyin tuyulgan joylar, vaqt etishmasligi) yozib qo'yish foydali.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Natija va batafsil tahlil 83-darsda ko'rib chiqiladi — bu darsda faqat TOPSHIRISH muhim.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Bugungi kun davomida miya dam olishi uchun og'ir aqliy ish bilan band bo'lmaslik tavsiya etiladi.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81/104  •  To'liq Test #1 — Reading &amp; Writing (Bluebook)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-548640" y="0"/>
            <a:ext cx="13533120" cy="868680"/>
          </a:xfrm>
          <a:prstGeom prst="parallelogram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56570"/>
                </a:solidFill>
                <a:latin typeface="Calibri"/>
              </a:rPr>
              <a:t>SAVOL: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Birinchi modulda 5-savolga juda ko'p vaqt sarflanmoqda, vaqt qisqarib bormoqda. Qanday qaror qabul qilinadi?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56570"/>
                </a:solidFill>
                <a:latin typeface="Calibri"/>
              </a:rPr>
              <a:t>YECHIM QADAMLARI: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Savolni 'Mark for Review' bilan belgilab, eng yaxshi taxminiy javobni belgilaymiz.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Keyingi savolga o'tib, qolgan vaqtni samarali boshqarishni davom ettiramiz.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Agar modul oxirida vaqt qolsa, belgilangan savolga qaytib qayta ko'rib chiqamiz.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56570"/>
                </a:solidFill>
                <a:latin typeface="Calibri"/>
              </a:rPr>
              <a:t>DARSDA AMALIYOT: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To'liq RW bo'limini Bluebook'da, real vaqt sharoitida topshirish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Test davomida vaqt va strategiya qarorlarini ongli qabul qilish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Test tugagach umumiy taassurotlarni yozish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81/104  •  To'liq Test #1 — Reading &amp; Writing (Bluebook)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-548640" y="0"/>
            <a:ext cx="13533120" cy="868680"/>
          </a:xfrm>
          <a:prstGeom prst="parallelogram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56570"/>
                </a:solidFill>
                <a:latin typeface="Calibri"/>
              </a:rPr>
              <a:t>ASOSIY XULOSALAR: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Birinchi to'liq RW testi — strategiyalarni real sharoitda sinash imkoniyati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Vaqt boshqaruvi va 'Mark for Review' — eng muhim ikki vosita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Natija emas, sharoitga moslashish — bugungi asosiy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56570"/>
                </a:solidFill>
                <a:latin typeface="Calibri"/>
              </a:rPr>
              <a:t>UY VAZIFASI: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Dam olish — miya uchun faol, lekin aqliy zo'riqishsiz kun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Test taassurotlarini qisqacha yozib qo'yish (qaysi qism qiyin tuyuldi)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Ertangi Math testiga yengil tayyorgarlik (formulalarni ko'zdan kechirish)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