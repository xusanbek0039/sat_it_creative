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548640"/>
            <a:ext cx="502920" cy="502920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188720"/>
            <a:ext cx="292608" cy="292608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1463040"/>
            <a:ext cx="256032" cy="256032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502920"/>
            <a:ext cx="201168" cy="201168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1737360"/>
            <a:ext cx="164592" cy="164592"/>
          </a:xfrm>
          <a:prstGeom prst="ellipse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57 / 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Kvadrat tenglamalar — factoring usuli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19-hafta   •   2-bosqich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kvadrat tenglamalarni ko'paytuvchilarga ajratish (factoring) usuli bilan yechishni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Kvadrat tenglamalar — factoring usuli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O'QUV NATIJASI: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Kvadrat tenglamani standart shaklga keltiradi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Factoring usuli bilan ikkita yechimni topadi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Zero Product Property qoidasini to'g'ri qo'llaydi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DARS REJASI: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Kvadrat tenglama standart shakli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Zero Product Property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Factoring orqali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Yechimlarni tekshirish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57/104  •  Kvadrat tenglamalar — factoring usuli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Kvadrat tenglama standart shakli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Kvadrat tenglama standart shakli: ax² + bx + c = 0, bu yerda a≠0.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Yechishdan oldin, tenglamani har doim shu standart shaklga (bir tomonda 0) keltirish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tenglama boshqa shaklda berilgan bo'lsa (masalan, ko'paytma shaklida), avval qavslarni ochib standart shaklga o'tkazing.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57/104  •  Kvadrat tenglamalar — factoring usuli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Zero Product Property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ikki ifodaning ko'paytmasi nolga teng bo'lsa, ulardan KAMIDA BITTASI nolga teng bo'lishi shart.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Tenglama (x-m)(x-n)=0 shaklida ajratilgandan keyin, x-m=0 yoki x-n=0 deb ikkiga bo'lib yechiladi.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qoida — factoring usuli bilan kvadrat tenglama yechishning ASOSIY mantig'i.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57/104  •  Kvadrat tenglamalar — factoring usuli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Factoring orqali yechish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1-bosqich: tenglamani ax²+bx+c=0 shaklga keltirish.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2-bosqich: chap tomonni (55-darsda o'rganilgan usullar bilan) ko'paytuvchilarga ajratish.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3-bosqich: Zero Product Property qo'llab, har bir qavsni nolga tenglashtirib, ikkita x qiymatini topish.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93185"/>
                </a:solidFill>
                <a:latin typeface="Calibri"/>
              </a:rPr>
              <a:t>Eslatma: kvadrat tenglama odatda IKKITA yechimga ega (ba'zan bitta takrorlanuvchi yechim), shuni doim eslab qoling.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57/104  •  Kvadrat tenglamalar — factoring usuli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Yechimlarni tekshirish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Topilgan har ikki yechimni ALOHIDA asl tenglamaga qo'yib tekshirish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ikki yechim bir xil chiqsa (takrorlanuvchi ildiz), bu — parabolaning x-o'qiga FAQAT BIR nuqtada tegishini bildiradi (60-darsda chuqurroq).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Factoring faqat oson ajratiladigan tenglamalar uchun qulay; murakkab holatlarda kvadrat formula (58-dars) kerak bo'ladi.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57/104  •  Kvadrat tenglamalar — factoring usuli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SAVOL: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x² - 5x + 6 = 0 tenglamasini factoring usuli bilan yeching.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YECHIM QADAMLARI: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Ko'paytmasi 6, yig'indisi -5 bo'lgan ikki son qidiramiz: -2 va -3.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Tenglama (x-2)(x-3)=0 shaklida ajratiladi.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Zero Product Property: x-2=0 → x=2, yoki x-3=0 → x=3. Yechimlar: x=2 va x=3.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DARSDA AMALIYOT: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kvadrat tenglamani factoring usuli bilan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yechim juftligini asl tenglamada tekshirish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Takrorlanuvchi ildizli 3 ta misolni alohida ajratib ishlash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57/104  •  Kvadrat tenglamalar — factoring usuli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ASOSIY XULOSALAR: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Kvadrat tenglama standart shakli: ax²+bx+c=0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Zero Product Property — ko'paytma=0 bo'lsa, kamida bitta omil=0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Factoring — tez usul, lekin faqat oson ajratiladigan tenglamalarga 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UY VAZIFASI: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kvadrat tenglamani factoring bilan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tenglamani avval standart shaklga keltirib, so'ng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 ta takrorlanuvchi ildizli tenglamani aniqlash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