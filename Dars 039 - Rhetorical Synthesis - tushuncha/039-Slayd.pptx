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39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Rhetorical Synthesis — tushuncha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10-hafta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berilgan eslatmalar (bullet notes) asosida, ko'rsatilgan maqsadga mos gapni tuzish/tanlash ko'nikmasini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Rhetorical Synthesis — tushuncha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Eslatmalardan sintez qilish mantiqini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Berilgan maqsadni (goal) aniq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Maqsadga eng mos ma'lumotni tanlaydi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Eslatmalardan (bullet notes) sintez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Maqsadni (goal)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Maqsadga mos ma'lumotni tanlash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Maqsaddan chetga chiqmaslik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39/104  •  Rhetorical Synthesis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Eslatmalardan (bullet notes) sintez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Rhetorical Synthesis savollarida matn o'rniga bir nechta qisqa FAKT (bullet) beriladi, matn umuman yo'q.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Vazifa — bu faktlardan foydalanib, berilgan MAQSADGA mos gapni tanlash (yoki tuzish).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Barcha bulletlarni diqqat bilan o'qib, har birining qaysi ma'lumotni berishini aniq tushunib oling.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39/104  •  Rhetorical Synthesis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Maqsadni (goal) aniqlash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oxirida aniq maqsad ko'rsatiladi (masalan, 'ikki narsani taqqoslash uchun', 'sabab-natijani ko'rsatish uchun').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Maqsadni noto'g'ri tushunish — bu savol turidagi ENG KENG TARQALGAN xato sababi.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Maqsadni alohida, bullet'lardan AJRATIB o'qing va aniq tushunguningizcha qayta o'qing.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39/104  •  Rhetorical Synthesis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Maqsadga mos ma'lumotni tanlash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javob faqat MAQSADGA tegishli bulletlardan foydalanadi — boshqa to'g'ri, lekin maqsadga aloqasi yo'q bulletlarni qo'shmaydi.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maqsad 'taqqoslash' bo'lsa, javobda ikki narsaning FARQI yoki O'XSHASHLIGI aniq ko'rsatilishi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ko'pincha to'g'ri faktlarni o'z ichiga oladi, lekin MAQSADGA mos emas — bu asosiy tuzoq.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Eslatma: bu savol turida barcha variantlar faktik jihatdan to'g'ri bo'lishi mumkin — farq faqat MAQSADGA moslikda.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39/104  •  Rhetorical Synthesis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Maqsaddan chetga chiqmaslik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Variantni tekshirishda o'zingizdan so'rang: 'Bu gap aynan so'ralgan maqsadni bajaradimi, yoki shunchaki to'g'ri ma'lumot beradimi?'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Ortiqcha ma'lumot qo'shilgan (maqsaddan tashqari) variantlarni chetlatish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qisqa va aniq, faqat maqsadga xizmat qiluvchi variant — to'g'ri javob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39/104  •  Rhetorical Synthesis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Bulletlar: '2010-yilda shahar aholisi 50,000', '2020-yilda 80,000', 'Iqtisodiyot asosan qishloq xo'jaligiga asoslangan'. Maqsad: 'aholi o'sishini ko'rsatish uchun'.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Maqsad — aholi o'sishi, demak faqat aholi soni bilan bog'liq bulletlar kerak.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Iqtisodiyot haqidagi bullet maqsadga aloqasi yo'q — chetlatamiz.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javob: '2010-yildan 2020-yilgacha aholi 50,000 dan 80,000 ga oshdi' kabi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Rhetorical Synthesis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savolda maqsadni alohida qatorga yozib ajratish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Bulletlarni maqsadga mos/nomos deb tasniflash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39/104  •  Rhetorical Synthesis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Bu savol turida matn yo'q — faqat bulletlar va aniq maqsad beriladi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Maqsadni aniq tushunish — to'g'ri javobning asosiy kaliti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Faqat maqsadga tegishli bulletlardan foydalaning, ortiqchasini qo'shmang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Rhetorical Synthesis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savolda maqsadga mos va nomos bulletlarni ajratib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o'z misolida bulletlardan maqsadga mos gap tuzish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