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48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Slope va intercepts — amaliyot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16-hafta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ikki nuqtadan tenglama tuzish, parallel/perpendikulyar chiziqlarni va slope ning kontekstdagi ma'nosini chuqur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Slope va intercepts — amaliyot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nuqtadan to'g'ri tenglama tuzadi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Parallel va perpendikulyar chiziqlar slope munosabatini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Slope ning kontekstdagi ma'nosini to'g'ri talqin qiladi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Ikki nuqtadan tenglama tuzish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Parallel va perpendikulyar chiziqlar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Slope ma'nosi (kontekstda)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Grafik va tenglama o'tkazish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nuqtadan tenglama tuzish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Avval slope'ni ikki nuqtadan hisoblang, so'ng nuqta-slope shaklidan (y-y1=m(x-x1)) foydalanib tenglama tuzing.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Tenglamani kerak bo'lsa slope-intercept (y=mx+b) shaklga soddalashtiring.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usul grafik chizishdan ko'ra ALGEBRAIK aniqroq natija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Parallel va perpendikulyar chiziqlar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Parallel chiziqlar — bir xil slope'ga ega, lekin turli y-intercept'ga ega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Perpendikulyar chiziqlar — slope'lari bir-birining MANFIY TESKARISI bo'ladi (masalan, m va -1/m).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munosabatlarni bilish — 'berilgan chiziqqa parallel/perpendikulyar chiziq toping' turidagi savollarni tezda yechishga yordam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Slope ma'nosi (kontekstda)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Real masalalarda slope — 'o'zgarish tezligi' degan ma'noni bildiradi (masalan, narx/soat, masofa/vaqt).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Y-intercept esa odatda 'boshlang'ich qiymat' (x=0 bo'lgandagi holat) degan ma'noni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matnidagi birliklarga ('dollar/oy', 'km/soat') e'tibor berish slope ma'nosini to'g'ri talqin qilishga yordam beradi.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kontekstli savollarda slope va intercept'ning BIRLIGINI tekshirish — to'g'ri javobni aniqlashning kaliti.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Grafik va tenglama o'tkazish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Grafikdan tenglamaga o'tishda avval ikki aniq nuqtani (masalan, kesim nuqtalarini) o'qib, so'ng slope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Tenglamadan grafikka o'tishda y-intercept'dan boshlab, slope yordamida qo'shimcha nuqtalarni belgilang.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yo'nalishni (grafik↔tenglama) erkin almashtirish — Math bo'limidagi muhim ko'nikma.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y = 2x + 5 chiziqqa perpendikulyar va (4, 1) nuqtadan o'tuvchi chiziq tenglamasini toping.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Berilgan chiziq slope'i: m=2. Perpendikulyar slope: -1/2.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Nuqta-slope shaklida: y - 1 = -1/2(x - 4).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Soddalashtiramiz: y = -1/2 x + 2 + 1 = -1/2 x + 3.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savolni vaqt bilan (timed) yechish — parallel/perpendikulyar va kontekstli slope masalalari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juft chiziqni parallel/perpendikulyar deb tasniflash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Kontekstli masalalarda slope va intercept ma'nosini og'zaki izohlash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48/104  •  Slope va intercepts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Nuqta-slope shakli ikki nuqtadan tenglama tuzishning eng tezkor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Parallel — bir xil slope; perpendikulyar — manfiy teskari slope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Kontekstda slope = o'zgarish tezligi, intercept = boshlang'ich qiymat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slope/intercept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kontekstli (real hayotiy) slope masalasini yechib, ma'nosini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parallel va 3 ta perpendikulyar chiziq juftligini tuzish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