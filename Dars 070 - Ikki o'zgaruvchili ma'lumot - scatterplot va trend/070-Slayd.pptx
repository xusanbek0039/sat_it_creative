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70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Ikki o'zgaruvchili ma'lumot — scatterplot va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24-hafta   •   2-bosqich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scatterplot o'qish, eng mos chiziq va korrelyatsiya orqali ikki o'zgaruvchili ma'lumotni tahlil qilishni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Ikki o'zgaruvchili ma'lumot — scatterplot va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Scatterplotdan trend va korrelyatsiyani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mos chiziq (line of best fit) tenglamasidan foydalanadi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Modeldan bashorat (prediction) qiladi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Scatterplot o'qish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Korrelyatsiya va trend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Eng mos chiziq (line of best fit)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Modeldan bashorat qilish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70/104  •  Ikki o'zgaruvchili ma'lumot — scatterplot va trend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Scatterplot o'qish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Scatterplot — ikki o'zgaruvchi orasidagi munosabatni nuqtalar orqali tasvirlaydi (har nuqta — bir kuzatuv).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Nuqtalarning umumiy yo'nalishi — ikki o'zgaruvchi orasidagi bog'liqlik turini (musbat/manfiy/yo'q)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Nuqtalarning chiziq atrofida qanchalik 'zich' joylashganini — bog'liqlikning kuchini ko'rsatadi.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70/104  •  Ikki o'zgaruvchili ma'lumot — scatterplot va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Korrelyatsiya va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Musbat korrelyatsiya — bir o'zgaruvchi oshganda ikkinchisi ham oshadi (nuqtalar chapdan o'ngga yuqoriga ko'tariladi).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Manfiy korrelyatsiya — bir o'zgaruvchi oshganda ikkinchisi kamayadi (nuqtalar chapdan o'ngga pastga tushadi).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Korrelyatsiya — SABAB-NATIJA munosabatini ISBOTLAMAYDI, faqat statistik bog'liqlikni ko'rsatadi.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70/104  •  Ikki o'zgaruvchili ma'lumot — scatterplot va trend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Eng mos chiziq (line of best fit)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mos chiziq — scatterplotdagi nuqtalarga ENG YAQIN joylashgan to'g'ri chiziq, trendni umumlashtiradi.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Chiziq tenglamasi (y=mx+b shaklida) — ma'lumotlardan bashorat qilish uchun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Chiziq atrofidagi nuqtalarning tarqoqligi — modelning 'qanchalik yaxshi mos kelishini' (qoldiqlar orqali) ko'rsatadi.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Eslatma: eng mos chiziqdan FOYDALANISH uchun, x qiymatini tenglamaga qo'yib y ni hisoblash kifoya — bu SAT'da tez-tez so'raladi.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70/104  •  Ikki o'zgaruvchili ma'lumot — scatterplot va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Modeldan bashorat qilish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Bashorat — eng mos chiziq tenglamasiga ma'lum bir x qiymatini qo'yib, kutilgan y qiymatini topish.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Ma'lumotlar oralig'i ICHIDA bashorat qilish (interpolation) — chetida (extrapolation) qilishdan ko'ra ishonchliroq.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Modelni talqin qilishda, slope (m) va y-kesishish (b) ning KONTEKSTUAL ma'nosini tushunish muhim.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70/104  •  Ikki o'zgaruvchili ma'lumot — scatterplot va trend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Eng mos chiziq tenglamasi y=2.5x+10 (x — reklama xarajati ming dollarda, y — sotuv ming dollarda). x=8 bo'lganda sotuvni bashorat qiling.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x=8 ni tenglamaga qo'yamiz: y = 2.5(8) + 10.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 = 20 + 10 = 30.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Bashorat: reklama xarajati $8000 bo'lganda, sotuv taxminan $30,000 bo'ladi.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scatterplotda korrelyatsiya turini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eng mos chiziq tenglamasidan bashorat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savolda slope va intercept'ning kontekstual ma'nosini izohlash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70/104  •  Ikki o'zgaruvchili ma'lumot — scatterplot va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Scatterplot nuqtalarining yo'nalishi va zichligi korrelyatsiya turi/kuchini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Korrelyatsiya sabab-natijani isbotlamaydi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mos chiziq tenglamasi orqali ma'lumotlar oralig'ida bashorat qilish ishonchli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scatterplot va eng mos chiziq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bashorat masalasini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savolda korrelyatsiya va sabab-natija farqini izohlash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