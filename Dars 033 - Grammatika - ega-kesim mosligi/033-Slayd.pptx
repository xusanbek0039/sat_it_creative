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33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Grammatika: ega-kesim mosligi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9-hafta   •   1-bosqich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subject-verb agreement (ega-kesim mosligi) qoidasini, ayniqsa aralashtiruvchi iboralar va maxsus holatlarni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Grammatika: ega-kesim mosligi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Ega-kesim moslik qoidasini ishonchli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Aralashtiruvchi iboralar ortidan haqiqiy egani topadi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Collective nouns va maxsus holatlarda to'g'ri kesim shaklini tanlaydi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Subject-verb agreement qoidasi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Egani topish (aralashtiruvchi iboralar)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Collective nouns va maxsus holatlar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Birlik/ko'plik moslik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33/104  •  Grammatika: ega-kesim mosligi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Subject-verb agreement qoidasi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Birlik ega — birlik kesim talab qiladi; ko'plik ega — ko'plik kesim talab qiladi (ingliz tilida -s qo'shimchasi orqali ko'rinadi).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Ega va kesim orasidagi masofa qanchalik katta bo'lsa, xato qilish ehtimoli shunchalik oshadi.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doim gapdagi HAQIQIY egani aniqlang, keyin uni kesim bilan moslang.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33/104  •  Grammatika: ega-kesim mosligi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Egani topish (aralashtiruvchi iboralar)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Ega va kesim orasiga qo'shimcha ibora (masalan, 'shuningdek bilan', 'qo'shimcha ravishda') kirib qolishi mumkin — bu ibora EGA SONIGA ta'sir qilmaydi.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Aralashtiruvchi iborani vaqtincha 'qavs ichiga olib' tashlab, faqat asosiy ega-kesimni tekshirish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Predlogli iboralar ('...ning ichida', '...bilan birga') ko'pincha haqiqiy egani yashirib qo'yadi.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33/104  •  Grammatika: ega-kesim mosligi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Collective nouns va maxsus holatlar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Collective noun (jamoa, guruh, oila) odatda BIRLIK kesim bilan ishlatiladi, chunki bir butun sifatida qaraladi.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'Har biri', 'hech kim', 'har kim' kabi so'zlar doim BIRLIK kesim talab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ega 'and' bilan bog'langanda odatda KO'PLIK, 'or'/'nor' bilan bog'langanda ENG YAQIN egaga mos kesim tanlanadi.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'har biri talabalardan' kabi iboralarda ko'plikka o'xshab tuyulsa ham, asosiy ega 'har biri' birlik — kesim ham birlik bo'lishi kerak.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33/104  •  Grammatika: ega-kesim mosligi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Birlik/ko'plik moslik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gaplarda bir nechta ergash gap bo'lishi mumkin — har bir ergash gapning o'z ega-kesim juftligini alohida tekshiring.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Inversiya (kesim ega oldidan kelganda) holatlarida ham moslik qoidasi o'zgarmaydi.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Variantlarni tekshirishda faqat kesim shaklidagi farqga (birlik/ko'plik) e'tibor bering, qolgan qismi bir xil bo'lishi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33/104  •  Grammatika: ega-kesim mosligi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'Jamoa a'zolari, shuningdek murabbiy bilan, loyihani ___ (yakunladi/yakunladilar).'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Aralashtiruvchi ibora: 'shuningdek murabbiy bilan' — vaqtincha chetlatamiz.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Asosiy ega: 'Jamoa a'zolari' — ko'plik.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kesim: ko'plik shakl, 'yakunladilar' (yoki mos ko'plik fe'l shakli).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ega-kesim moslik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gapda aralashtiruvchi iborani 'qavsga olib' chetlatish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Collective nouns ro'yxatini tuzib, har biriga misol gap yozish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33/104  •  Grammatika: ega-kesim mosligi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doim haqiqiy egani toping, aralashtiruvchi iboralarga aldanmang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Collective nouns va 'har biri/hech kim' doim birlik kesim talab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'And' — ko'plik, 'or/nor' — eng yaqin egaga mos kesim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ega-kesim moslik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gapda aralashtiruvchi iborani belgilab, haqiqiy egani topish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Collective nouns bilan 5 ta o'z gapini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