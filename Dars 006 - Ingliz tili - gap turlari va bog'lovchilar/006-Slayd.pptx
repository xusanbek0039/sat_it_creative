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 rot="720000">
            <a:off x="9144000" y="365760"/>
            <a:ext cx="2011680" cy="182880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 rot="21120000">
            <a:off x="10698480" y="1554480"/>
            <a:ext cx="1463040" cy="1325880"/>
          </a:xfrm>
          <a:prstGeom prst="hexagon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 rot="1200000">
            <a:off x="8503920" y="1737360"/>
            <a:ext cx="1188720" cy="1051560"/>
          </a:xfrm>
          <a:prstGeom prst="hexagon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47C3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6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Ingliz tili: gap turlari va bog'lovchilar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47C3F"/>
                </a:solidFill>
                <a:latin typeface="Calibri"/>
              </a:rPr>
              <a:t>2-hafta   •   0-bosqich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to'rt asosiy gap turi (simple, compound, complex, compound-complex) va ularni bog'lovchi vositalar o'rgatiladi.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Ingliz tili: gap turlari va bog'lovchilar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4 gap turini bir-biridan ajrata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FANBOYS bog'lovchilarini to'g'ri qo'llay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Subordinating conjunction'larni gapda tanib oladi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To'rt asosiy gap turi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FANBOYS — coordinating conjunctions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Subordinating conjunctions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6/104  •  Ingliz tili: gap turlari va bog'lovchilar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To'rt asosiy gap turi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Simple sentence — bitta independent clause.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Compound sentence — ikki independent clause, bog'lovchi (FANBOYS) yoki nuqta-vergul bilan bog'langan.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Complex sentence — bitta independent + bitta yoki bir necha dependent clause.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Compound-complex — kamida ikki independent + bir dependent clause.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6/104  •  Ingliz tili: gap turlari va bog'lovchilar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FANBOYS — coordinating conjunctions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For, And, Nor, But, Or, Yet, So — ikkita independent clause'ni bog'laydi.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FANBOYS oldidan odatda vergul qo'yiladi, agar ikki tomon ham independent clause bo'lsa.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Misol: 'I studied hard, so I passed the test.'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6/104  •  Ingliz tili: gap turlari va bog'lovchilar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Subordinating conjunctions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Because, although, since, while, if, when, unless kabi so'zlar dependent clause yaratadi.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Dependent clause gap boshida kelsa, undan keyin vergul qo'yiladi: 'Although it rained, we went outside.'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Dependent clause gap oxirida kelsa, odatda vergul kerak emas: 'We went outside although it rained.'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9EB42C"/>
                </a:solidFill>
                <a:latin typeface="Calibri"/>
              </a:rPr>
              <a:t>SAT'da bu qoida punktuatsiya savollarida juda tez-tez uchraydi.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6/104  •  Ingliz tili: gap turlari va bog'lovchilar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'Although she was tired, she finished her homework, and then she went to sleep.' — bu qaysi gap turi?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EB42C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'Although she was tired' — dependent clause.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'she finished her homework' va 'she went to sleep' — ikkita independent clause, 'and' bilan bog'langan.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 dependent + 2 independent = compound-complex sentence.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EB42C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gapni turiga (simple/compound/complex/compound-complex) ajratish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FANBOYS bilan 5 ta compound sentence tuzish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Subordinating conjunction bilan 5 ta complex sentence tuzish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6/104  •  Ingliz tili: gap turlari va bog'lovchilar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4 gap turi: simple, compound, complex, compound-complex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FANBOYS — ikki independent clause'ni bog'laydi, oldidan vergul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Subordinating conjunction dependent clause yaratadi, joyiga qarab vergul qo'yiladi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gap turidan 3 tadan misol yozish (jami 12 gap)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FANBOYS ro'yxatini yodlash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subordinating conjunction bilan gap tuzish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