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548640"/>
            <a:ext cx="502920" cy="502920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188720"/>
            <a:ext cx="292608" cy="292608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1463040"/>
            <a:ext cx="256032" cy="256032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0" y="502920"/>
            <a:ext cx="201168" cy="201168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66960" y="1737360"/>
            <a:ext cx="164592" cy="164592"/>
          </a:xfrm>
          <a:prstGeom prst="ellipse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29 / 104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Punktuatsiya: vergul va gap chegaralari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8-hafta   •   1-bosqich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vergulning asosiy qoidalarini va gap chegaralarini (mustaqil/ergash gap) to'g'ri belgilashni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Punktuatsiya: vergul va gap chegaralari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O'QUV NATIJASI: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Vergulning asosiy qoidalarini ishonchli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Mustaqil va ergash gap chegarasini aniqlaydi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Sanash va kirish so'zlaridan keyingi vergul qoidalarini biladi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DARS REJASI: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Vergul asosiy qoidalari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Mustaqil va ergash gap chegarasi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Sanash va ajratish vergullari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Kirish so'zlaridan keyin vergul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29/104  •  Punktuatsiya: vergul va gap chegaralari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Vergul asosiy qoidalari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Vergul — gap ichidagi qisqa pauza va mantiqiy bo'linishni ko'rsatadi, lekin har bir pauzada vergul kerak emas.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Bog'lovchi so'z (and, but, or) bilan ulangan ikki mustaqil gap orasida vergul qo'yiladi.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Vergulni 'eshitilgan pauza' asosida emas, GRAMMATIK qoida asosida qo'yish kerak — bu eng ko'p tushunmovchilik manbai.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29/104  •  Punktuatsiya: vergul va gap chegaralari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Mustaqil va ergash gap chegarasi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Mustaqil gap (independent clause) — o'zi alohida to'liq fikr bildira oladi (ega + kesim + tugallangan ma'no).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Ergash gap (dependent clause) — o'zi alohida to'liq fikr bo'la olmaydi, mustaqil gapga bog'liq.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tur gapni farqlash — to'g'ri tinish belgisini tanlashning birinchi qadami.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29/104  •  Punktuatsiya: vergul va gap chegaralari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Sanash va ajratish vergullari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Uch va undan ko'p elementni sanashda har bir element orasiga vergul qo'yiladi (oxirgi 'and'dan oldin ham, Oxford comma).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Gap o'rtasidagi qo'shimcha (lekin asosiy ma'noga zarur bo'lmagan) ma'lumot ikki vergul bilan ajratiladi.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qo'shimcha ma'lumotni olib tashlasangiz, gap baribir to'liq va mantiqiy qolishi kerak.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393185"/>
                </a:solidFill>
                <a:latin typeface="Calibri"/>
              </a:rPr>
              <a:t>Eslatma: agar qo'shimcha ma'lumotni olib tashlaganda gap buzilsa — demak u ASOSIY qism, vergul bilan ajratilmaydi.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29/104  •  Punktuatsiya: vergul va gap chegaralari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Kirish so'zlaridan keyin vergul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Gapni boshlovchi kirish so'zi yoki iborasidan (masalan, 'Garchi shunday bo'lsa-da,') keyin vergul qo'yiladi.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Kirish ergash gapidan keyin ham xuddi shu qoida amal 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Qisqa kirish so'zlarida ham (masalan, 'Aslida,') vergul talab qilinadi, rasmiy yozma matnda.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29/104  •  Punktuatsiya: vergul va gap chegaralari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SAVOL: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Gap: 'Loyiha___ garchi qiyin bo'lsa-da___ vaqtida yakunlandi.' Bo'sh joylarga vergul kerakmi?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93185"/>
                </a:solidFill>
                <a:latin typeface="Calibri"/>
              </a:rPr>
              <a:t>YECHIM QADAMLARI: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'Garchi qiyin bo'lsa-da' — qo'shimcha, asosiy ma'noga zarur bo'lmagan ergash gap.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Olib tashlash testi: 'Loyiha vaqtida yakunlandi' — to'liq va mantiqiy gap qoladi.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Demak, bu qism ikki vergul bilan ajratiladi: 'Loyiha, garchi qiyin bo'lsa-da, vaqtida yakunlandi.'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93185"/>
                </a:solidFill>
                <a:latin typeface="Calibri"/>
              </a:rPr>
              <a:t>DARSDA AMALIYOT: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vergul qoidasiga oid savolni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gapda mustaqil/ergash qismlarni belgilash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Qo'shimcha ma'lumotni olib tashlash testi orqali vergul joyini tekshirish</a:t>
            </a:r>
          </a:p>
        </p:txBody>
      </p:sp>
      <p:pic>
        <p:nvPicPr>
          <p:cNvPr id="15" name="Picture 1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29/104  •  Punktuatsiya: vergul va gap chegaralari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ASOSIY XULOSALAR: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Vergul qoidasi eshitishga emas, grammatik tuzilishga asoslanadi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Olib tashlash testi qo'shimcha ma'lumotni aniqlashning ishonchli usuli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Kirish so'z/iboradan keyin doim vergul qo'yiladi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UY VAZIFASI: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vergul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gapda mustaqil/ergash gap chegarasini chizib ko'rsatish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o'z gapini sanash va kirish so'z qoidalari bilan yozish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5" name="Picture 1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