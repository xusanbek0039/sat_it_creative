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2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274320"/>
            <a:ext cx="4206240" cy="420624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731520"/>
            <a:ext cx="3291840" cy="3291840"/>
          </a:xfrm>
          <a:prstGeom prst="ellipse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051560"/>
            <a:ext cx="2651760" cy="265176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61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Kvadrat funksiyalar — diskriminant va kontekstli masalalar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21-hafta   •   2-bosqich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diskriminantning grafik bilan bog'liqligini va kvadrat funksiyalarga oid real kontekstli masalalarni yechishni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Kvadrat funksiyalar — diskriminant va kontekstli masalalar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Diskriminant orqali parabolaning x-o'q bilan kesishishini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Kontekstli (real hayotiy) kvadrat masalalarni tuzadi va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Maksimum/minimum qiymatni topib, masala savoliga javob beradi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Diskriminant va grafik bog'liqligi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Kontekstli masalalar — maksimum/minimum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Masalani tuzish va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Real misollar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61/104  •  Kvadrat funksiyalar — diskriminant va kontekstli masalalar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Diskriminant va grafik bog'liqligi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Diskriminant musbat bo'lsa — parabola x-o'qni IKKI nuqtada kesadi.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Diskriminant nolga teng bo'lsa — parabola x-o'qqa FAQAT vertex nuqtasida tegadi (bitta yechim).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Diskriminant manfiy bo'lsa — parabola x-o'qni UMUMAN kesmaydi (haqiqiy yechim yo'q).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61/104  •  Kvadrat funksiyalar — diskriminant va kontekstli masalalar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Kontekstli masalalar — maksimum/minimum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 real masalalar (masalan, otilgan jismning balandligi, foyda funksiyasi) kvadrat funksiya bilan modellanadi.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parabola pastga ochilsa (a&lt;0), vertex — funksiyaning MAKSIMAL qiymatini bildiradi.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parabola yuqoriga ochilsa (a&gt;0), vertex — funksiyaning MINIMAL qiymatini bildiradi.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61/104  •  Kvadrat funksiyalar — diskriminant va kontekstli masalalar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Masalani tuzish va yechish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 matnidan o'zgaruvchilarni aniqlab, ularni kvadrat funksiya shaklida ifodalash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'maksimal/minimal qancha' deb so'rasa — vertex'ni (to'la kvadrat orqali) topish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'qachon yerga tushadi' yoki 'qachon nolga teng' deb so'rasa — funksiyani nolga tenglashtirib yechish kerak.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kontekstli masalalarda javobning birligi (metr, soniya, dollar) va mantiqiyligini (manfiy vaqt bo'lmaydi) tekshirish muhim.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61/104  •  Kvadrat funksiyalar — diskriminant va kontekstli masalalar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Real misollar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Otilgan jism balandligi: h(t) = -16t² + v₀t + h₀ (fizik model, t — vaqt).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Foyda funksiyasi: P(x) = -ax² + bx - c (x — sotilgan birlik soni).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funksiyalarning vertex'i — fizik/iqtisodiy ma'noda eng muhim nuqtani (maksimal balandlik/foyda) ko'rsatadi.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61/104  •  Kvadrat funksiyalar — diskriminant va kontekstli masalalar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Jism h(t) = -16t² + 64t formulasi bilan otiladi (t — soniya, h — fut). Jism qanday maksimal balandlikka chiqadi?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a=-16, b=64. Vertex x-koordinatasi (vaqt): t = -b/(2a) = -64/(2×-16) = 2.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t=2 ni funksiyaga qo'yamiz: h(2) = -16(4) + 64(2) = -64+128 = 64.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Maksimal balandlik 64 fut, bu 2-soniyada yuz beradi.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funksiyaning diskriminanti orqali x-o'q bilan kesishishini aniqlash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kontekstli (otilgan jism/foyda) masalani vertex orqali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masalada javobning mantiqiyligini (birlik, ishora) tekshirish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61/104  •  Kvadrat funksiyalar — diskriminant va kontekstli masalalar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Diskriminant ishorasi — parabolaning x-o'q bilan kesishish sonini bildiradi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Vertex — kontekstli masalalarda maksimal yoki minimal qiymatni ifodalaydi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Real masalalarda javobning birligi va mantiqiyligini tekshirish shart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diskriminant va grafik bog'liqligi savolini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8 ta kontekstli kvadrat masalani mustaqil tuzish va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masalada vertex ma'nosini (maksimal/minimal) izohlash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