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91440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46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Chiziqli tenglamalar (1 noma'lumli) — amaliyot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16-hafta   •   2-bosqich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so'zli masalalarni tenglamaga aylantirish va murakkab (kasrli, qavsli) tenglamalarni tezlik bilan yechishni mashq qilasiz.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Dars maqsadi va reja — Chiziqli tenglamalar (1 noma'lumli) — amaliyot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So'zli masalalarni to'g'ri tenglamaga aylantiradi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Kasrli va qavsli murakkab tenglamalarni yechadi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Tenglama masalalarini vaqt bosimida tez yechadi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So'zli masalalarni tenglamaga aylantirish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Murakkab tenglamalar (kasrli, qavsli)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Tez-tez uchraydigan turlar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Tezlik mashqi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46/104  •  Chiziqli tenglamalar (1 noma'lumli) — amaliyot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So'zli masalalarni tenglamaga aylantirish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Noma'lum miqdorni avval ANIQ belgilang (masalan, x = mahsulot soni) va uni yozib qo'ying.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Masaladagi kalit so'zlarni matematik amallarga aylantiring: 'ko'p' = qo'shish, 'kam' = ayirish, 'marta' = ko'paytirish.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Tenglamani tuzgandan keyin, uni masala mantig'iga qaytarib o'qib, to'g'ri tuzilganini tasdiqlang.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46/104  •  Chiziqli tenglamalar (1 noma'lumli) — amaliyot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Murakkab tenglamalar (kasrli, qavsli)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Kasrli tenglamalarda barcha hadlarni MAXRAJLARNING umumiy ko'paytmasiga ko'paytirib, kasrlardan qutulish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Ko'p qavatli qavslarda ICHKARIDAN tashqariga qarab ochish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amaldan keyin ifodani soddalashtirib, keyingi qadamga shoshilmasdan o'tish xatoni kamaytiradi.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46/104  •  Chiziqli tenglamalar (1 noma'lumli) — amaliyot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Tez-tez uchraydigan turlar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Yosh masalalari ('necha yildan keyin', 'necha yil oldin') — vaqt o'zgarishini ikki tomonga ham qo'shish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Aralashma/foiz masalalari — umumiy miqdor va tarkib foizini bog'lovchi tenglama tuziladi.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Harakat masalalari (masofa=tezlik×vaqt) — ikki ob'ekt orasidagi bog'liqlikni tenglama orqali ifodalash.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F9BB01"/>
                </a:solidFill>
                <a:latin typeface="Calibri"/>
              </a:rPr>
              <a:t>Eslatma: so'zli masalalarda eng ko'p xato — noma'lumni noto'g'ri belgilashdan kelib chiqadi, shu uchun birinchi qadamga alohida e'tibor bering.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46/104  •  Chiziqli tenglamalar (1 noma'lumli) — amaliyot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Tezlik mashqi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Oddiy tenglamalarni 30-40 soniyada, so'zli masalalarni 60-90 soniyada yechishga o'rganing.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Tenglama tuzilgandan keyin yechish jarayoni avtomatlashgan bo'lishi kerak — bosqichlarni mexanik tarzda bajaring.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Vaqtni tejash uchun ortiqcha qavslarni qisqartirish yo'llarini (masalan, umumiy ko'paytuvchini chiqarish) qo'llang.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46/104  •  Chiziqli tenglamalar (1 noma'lumli) — amaliyot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Anvar Botirdan 3 marta katta yoshda. 5 yildan keyin Anvar Botirdan 2 marta katta bo'ladi. Botirning hozirgi yoshini toping.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Botir yoshi = x, Anvar yoshi = 3x deb belgilaymiz.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yildan keyin: 3x+5 = 2(x+5). Qavsni ochamiz: 3x+5 = 2x+10.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 = 5. Tekshirish: hozir Botir 5, Anvar 15; 5 yildan keyin Botir 10, Anvar 20 = 2×10. To'g'ri.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20 ta savolni vaqt bilan (timed) yechish — yarmi so'zli masala, yarmi murakkab tenglama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so'zli masalada noma'lumni aniq belgilash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Kasrli tenglamalarni umumiy maxrajga ko'paytirib yechish mashqi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46/104  •  Chiziqli tenglamalar (1 noma'lumli) — amaliyot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Noma'lumni aniq belgilash — so'zli masalaning birinchi va eng muhim qadami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Kasrli tenglamalarda umumiy maxrajga ko'paytirish ifodani soddalashtiradi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Tezlik — bosqichlarni avtomatlashtirish orqali ortadi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savolni mustaqil, vaqt bilan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so'zli masalani o'zi tenglamaga aylantirib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savolga sarflangan vaqtni yozib borish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