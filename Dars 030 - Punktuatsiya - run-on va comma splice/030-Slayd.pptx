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30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Punktuatsiya: run-on va comma splice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8-hafta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run-on (qo'shilib ketgan) gaplar va comma splice (vergul xatosi)ni aniqlash va to'g'ri tuzatishni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Punktuatsiya: run-on va comma splice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Run-on gaplarni aniqlaydi va tuzatadi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Comma splice xatosini aniqlaydi va tuzatadi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mustaqil gap orasida to'g'ri chegarani tanlaydi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Run-on (qo'shilib ketgan) gaplar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Comma splice (vergul xatosi)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Ularni tuzatish usullari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To'g'ri gap chegarasini tanlash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30/104  •  Punktuatsiya: run-on va comma splice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Run-on (qo'shilib ketgan) gaplar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Run-on — ikki mustaqil gap orasida HECH QANDAY tinish belgisi yoki bog'lovchi so'z bo'lmasdan qo'shilib ketishi.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Run-on'ni aniqlash uchun, gapni ikkiga bo'lib, har bir qismning o'zi mustaqil gap bo'la olishini tekshiring.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qism ham mustaqil bo'lsa va orada hech narsa yo'q bo'lsa — bu run-on xatosi.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30/104  •  Punktuatsiya: run-on va comma splice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Comma splice (vergul xatosi)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Comma splice — ikki mustaqil gapni FAQAT vergul bilan (bog'lovchi so'zsiz) ulashi.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juda keng tarqalgan xato, chunki vergul 'biror narsa qo'shilgandek' tuyuladi, lekin grammatik jihatdan yetarli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Comma splice'ni aniqlash uchun vergul atrofidagi ikki qismni alohida mustaqil gap sifatida tekshiring.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30/104  •  Punktuatsiya: run-on va comma splice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Ularni tuzatish usullari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1-usul: vergul o'rniga nuqta-vergul (;) qo'yish — ikki mustaqil gapni bog'lash uchun.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2-usul: vergul + bog'lovchi so'z (and, but, so) qo'shish.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3-usul: ikki gapni alohida gap qilib, nuqta bilan ajratish.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Eslatma: to'rtinchi usul — bir gapni ergash gapga aylantirish (masalan, 'chunki' qo'shish) ham mumkin, lekin SAT'da ko'pincha birinchi 3 usul so'raladi.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30/104  •  Punktuatsiya: run-on va comma splice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To'g'ri gap chegarasini tanlash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 savollarida ko'pincha bir xil gap turli tinish belgilari bilan 4 marta takrorlanadi — faqat BITTASI grammatik to'g'ri.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variantni 'ikki mustaqil gapni qanday bog'laydi' nuqtai nazaridan tekshiring.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 orasida vergul YOLG'IZ holda ikki mustaqil gapni bog'lagan bo'lsa — bu darhol chetlatiladi.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30/104  •  Punktuatsiya: run-on va comma splice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'Yomg'ir yog'di, biz uyda qoldik.' Bu to'g'rimi?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qismni tekshiramiz: 'Yomg'ir yog'di' — mustaqil; 'biz uyda qoldik' — mustaqil.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Ular faqat vergul bilan bog'langan — bu comma splice xatosi.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Tuzatish: 'Yomg'ir yog'di; biz uyda qoldik.' yoki 'Yomg'ir yog'di, shuning uchun biz uyda qoldik.'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run-on/comma splice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gapni ikkiga bo'lib, mustaqillikni tekshirish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4 ta usul (nuqta-vergul, bog'lovchi, nuqta, ergash gap) bilan bir gapni qayta yozish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30/104  •  Punktuatsiya: run-on va comma splice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Run-on — tinish belgisiz, comma splice — faqat vergul bilan qo'shilgan ikki mustaqil gap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Ikkisini ham nuqta-vergul, bog'lovchi+vergul yoki nuqta bilan tuzatish mumkin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variantni ikki mustaqil gap bog'lanishi nuqtai nazaridan tekshiring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run-on/comma splice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noto'g'ri gapni topib, 3 xil usulda tuzatish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uchragan xato turini (run-on yoki comma splice) belgilash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