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ave 1"/>
          <p:cNvSpPr/>
          <p:nvPr/>
        </p:nvSpPr>
        <p:spPr>
          <a:xfrm>
            <a:off x="-365760" y="5577840"/>
            <a:ext cx="12893040" cy="146304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93185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45 / 104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Chiziqli tenglamalar (1 noma'lumli) — tushuncha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393185"/>
                </a:solidFill>
                <a:latin typeface="Calibri"/>
              </a:rPr>
              <a:t>15-hafta   •   2-bosqich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Math bo'limining poydevori bo'lgan bir noma'lumli chiziqli tenglamalarni bosqichma-bosqich, ishonchli yechishni o'rganasiz.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Chiziqli tenglamalar (1 noma'lumli) — tushuncha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O'QUV NATIJASI: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Bir noma'lumli chiziqli tenglamani to'g'ri bosqichlarda yechadi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Noma'lumni tenglama bir tomonida ajrata oladi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Yechimsiz va cheksiz yechimli holatlarni tanib oladi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DARS REJASI: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Tenglamani yechish bosqichlari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Noma'lumni ajratish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Yechimsiz / cheksiz yechim holatlari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393185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Tekshirish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45/104  •  Chiziqli tenglamalar (1 noma'lumli) — tushuncha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Tenglamani yechish bosqichlari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1-bosqich: qavslarni ochish (distributive property: a(b+c) = ab+ac).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2-bosqich: o'xshash hadlarni har ikki tomonda alohida qo'shish/ayirish.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3-bosqich: noma'lumli hadlarni bir tomonga, sonli hadlarni ikkinchi tomonga ko'chirish.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45/104  •  Chiziqli tenglamalar (1 noma'lumli) — tushuncha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Noma'lumni ajratish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Tenglamaning har ikki tomoniga BIR XIL amal (qo'shish, ayirish, ko'paytirish, bo'lish) qo'llash — asosiy qoida.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Noma'lum oldidagi koeffitsientdan qutilish uchun, tenglamaning ikki tomonini shu koeffitsientga bo'lish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bir qadamda tenglik belgisi ikki tomonida ham BARQAROR saqlanishi shart.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45/104  •  Chiziqli tenglamalar (1 noma'lumli) — tushuncha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Yechimsiz / cheksiz yechim holatlari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soddalashtirishdan keyin noma'lum yo'qolib, NOTO'G'RI son tengligi qolsa (masalan, 3=5) — tenglama yechimsiz.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Agar soddalashtirishdan keyin TO'G'RI son tengligi qolsa (masalan, 4=4) — tenglama cheksiz yechimga ega (har qanday x mos keladi).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Bu holatlar odatda ikki tomondagi x koeffitsientlari teng bo'lganda yuzaga keladi.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2EA8C9"/>
                </a:solidFill>
                <a:latin typeface="Calibri"/>
              </a:rPr>
              <a:t>Eslatma: SAT'da 'qancha yechim bor?' turidagi savollar aynan shu ikki maxsus holatni tekshiradi.</a:t>
            </a:r>
          </a:p>
        </p:txBody>
      </p:sp>
      <p:pic>
        <p:nvPicPr>
          <p:cNvPr id="10" name="Picture 9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45/104  •  Chiziqli tenglamalar (1 noma'lumli) — tushuncha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Tekshirish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Topilgan yechimni ASL tenglamaga qo'yib, ikki tomon teng chiqishini tasdiqlang.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Tekshirish — xatoларни zudlik bilan aniqlashning eng ishonchli usuli, ayniqsa Bluebook kalkulyatorisiz ishlaganda.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2EA8C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Murakkab (ko'p bosqichli) tenglamalarda tekshirish ayniqsa muhim, chunki xato ehtimoli yuqori.</a:t>
            </a:r>
          </a:p>
        </p:txBody>
      </p:sp>
      <p:pic>
        <p:nvPicPr>
          <p:cNvPr id="8" name="Picture 7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45/104  •  Chiziqli tenglamalar (1 noma'lumli) — tushuncha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SAVOL: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3(x + 2) - 4 = 2x + 8 tenglamasini yeching.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A8C9"/>
                </a:solidFill>
                <a:latin typeface="Calibri"/>
              </a:rPr>
              <a:t>YECHIM QADAMLARI: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Qavsni ochamiz: 3x + 6 - 4 = 2x + 8, soddalashtiramiz: 3x + 2 = 2x + 8.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Noma'lumlarni bir tomonga ko'chiramiz: 3x - 2x = 8 - 2, ya'ni x = 6.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Tekshirish: 3(6+2)-4 = 3(8)-4 = 20; 2(6)+8 = 20. Ikki tomon teng — javob to'g'ri: x=6.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EA8C9"/>
                </a:solidFill>
                <a:latin typeface="Calibri"/>
              </a:rPr>
              <a:t>DARSDA AMALIYOT: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15 ta bir noma'lumli tenglamani birgalikda bosqichma-bosqich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Yechimsiz va cheksiz yechimli 3 ta maxsus holatni alohida tahlil qilish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393185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yechimni asl tenglamaga qo'yib tekshirish mashqi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45/104  •  Chiziqli tenglamalar (1 noma'lumli) — tushuncha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393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Wave 5"/>
          <p:cNvSpPr/>
          <p:nvPr/>
        </p:nvSpPr>
        <p:spPr>
          <a:xfrm>
            <a:off x="-365760" y="6263640"/>
            <a:ext cx="12893040" cy="822960"/>
          </a:xfrm>
          <a:prstGeom prst="wave">
            <a:avLst/>
          </a:prstGeom>
          <a:solidFill>
            <a:srgbClr val="2EA8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ASOSIY XULOSALAR: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Tenglamaning ikki tomoniga bir xil amal qo'llash — asosiy qoida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X yo'qolib noto'g'ri tenglik qolsa — yechimsiz; to'g'ri tenglik qolsa — cheksiz yechim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Yechimni asl tenglamaga qo'yib tekshirish xatolarni kamaytiradi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2EA8C9"/>
                </a:solidFill>
                <a:latin typeface="Calibri"/>
              </a:rPr>
              <a:t>UY VAZIFASI: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20 ta bir noma'lumli tenglamani mustaqil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Har bir yechimni asl tenglamaga qo'yib tekshirish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393185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 ta yechimsiz, 2 ta cheksiz yechimli tenglama misolini o'zi tuzish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