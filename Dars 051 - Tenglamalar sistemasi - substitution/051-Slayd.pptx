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65815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80215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65815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80215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51 / 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Tenglamalar sistemasi — substitution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17-hafta   •   2-bosqich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ikki noma'lumli tenglamalar sistemasini o'rniga qo'yish (substitution) usuli bilan bosqichma-bosqich yechishni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Tenglamalar sistemasi — substitution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Sistema nima ekanini va uning yechimi ma'nosini tushunadi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Substitution usulini to'g'ri bosqichlarda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Topilgan yechimni har ikki tenglamada tekshiradi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Sistema nima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O'rniga qo'yish (substitution)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Bosqichma-bosqich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Tekshirish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51/104  •  Tenglamalar sistemasi — substitution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Sistema nima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Tenglamalar sistemasi — bir nechta (odatda ikki) tenglamadan iborat, ularning UMUMIY yechimi (x,y juftligi) topiladi.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Geometrik jihatdan, sistema yechimi — ikki chiziqning KESISHISH nuqtasi.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Sistemada ikki noma'lum (x,y) bo'lgani uchun, odatda ikki mustaqil tenglama kerak bo'ladi.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51/104  •  Tenglamalar sistemasi — substitution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O'rniga qo'yish (substitution) usuli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1-bosqich: bir tenglamadan bir o'zgaruvchini (masalan, y) ikkinchisi orqali ifodalang (y = ...).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2-bosqich: shu ifodani IKKINCHI tenglamaga qo'yib, faqat bir noma'lumli tenglama hosil qiling.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3-bosqich: bu tenglamani yechib, bir o'zgaruvchini topgach, uni birinchi ifodaga qo'yib ikkinchisini toping.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51/104  •  Tenglamalar sistemasi — substitution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Bosqichma-bosqich yechish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Substitution usuli ayniqsa bir tenglama allaqachon 'y = ...' yoki 'x = ...' shaklida bo'lganda eng qulay.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hech qaysi tenglama shu shaklda bo'lmasa, eng OSON o'zgaruvchini (eng kichik koeffitsientli) ajrating.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bosqichdan keyin ifodani soddalashtirib, keyingisiga shoshilmasdan o'tish xatoni kamaytiradi.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2B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substitution'da diqqatsizlik bilan noto'g'ri tenglamaga qo'yish — eng ko'p uchraydigan xato, har doim QAYSI tenglamaga qo'yganingizni tekshiring.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51/104  •  Tenglamalar sistemasi — substitution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Tekshirish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Topilgan (x,y) juftligini ikkala ASL tenglamaga alohida qo'yib, ikkisida ham to'g'ri tenglik chiqishini tasdiqlang.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bitta tenglamada to'g'ri, ikkinchisida noto'g'ri chiqsa — substitution bosqichida xato bo'lgan.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Tekshirish bosqichi — sistemalarda ayniqsa muhim, chunki ikki noma'lum bilan xato ehtimoli ortadi.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51/104  •  Tenglamalar sistemasi — substitution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Sistema: y = 2x + 1 va 3x + y = 11. Yechimni toping.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Birinchi tenglama allaqachon y= shaklida, uni ikkinchisiga qo'yamiz: 3x + (2x+1) = 11.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Soddalashtiramiz: 5x + 1 = 11, 5x = 10, x = 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x=2 ni y=2x+1 ga qo'yamiz: y = 5. Tekshirish: 3(2)+5=11. To'g'ri. Yechim: (2,5).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sistemani substitution usuli bilan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sistemada qaysi o'zgaruvchini ajratish qulayroq ekanini tanlash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Topilgan yechimlarni ikkala tenglamada tekshirish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51/104  •  Tenglamalar sistemasi — substitution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Sistema yechimi — ikki chiziqning kesishish nuqtasi (x,y)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Substitution: bir o'zgaruvchini ajratib, ikkinchi tenglamaga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Yechimni ikkala asl tenglamada tekshirish — xatoni aniqlashning kaliti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sistemani substitution usuli bilan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yechimni ikkala tenglamada tekshirish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so'zli masalani sistemaga aylantirib yechish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B2E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