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548640"/>
            <a:ext cx="502920" cy="502920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1188720"/>
            <a:ext cx="292608" cy="292608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52560" y="1463040"/>
            <a:ext cx="256032" cy="256032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47120" y="502920"/>
            <a:ext cx="201168" cy="201168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966960" y="1737360"/>
            <a:ext cx="164592" cy="164592"/>
          </a:xfrm>
          <a:prstGeom prst="ellipse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15 / 104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Command of Evidence (Textual) — tushuncha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9BB01"/>
                </a:solidFill>
                <a:latin typeface="Calibri"/>
              </a:rPr>
              <a:t>4-hafta   •   1-bosqich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berilgan da'voni matndagi aniq dalil (gap) bilan qanday bog'lashni, ya'ni 'Command of Evidence' savol turini o'rganasiz.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Command of Evidence (Textual) — tushuncha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64592"/>
            <a:ext cx="201168" cy="201168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502920"/>
            <a:ext cx="91440" cy="91440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93185"/>
                </a:solidFill>
                <a:latin typeface="Calibri"/>
              </a:rPr>
              <a:t>O'QUV NATIJASI: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Da'vo (claim) va dalil (evidence) o'rtasidagi munosabatni tushunadi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'Qaysi gap qo'llab-quvvatlaydi' turidagi savollarni to'g'ri yechadi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Dalilning kuchini (to'g'ridan-to'g'ri yoki bilvosita) baholay oladi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93185"/>
                </a:solidFill>
                <a:latin typeface="Calibri"/>
              </a:rPr>
              <a:t>DARS REJASI: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Da'vo va dalil munosabati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'Qaysi gap qo'llab-quvvatlaydi?' turi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Aniq moslik (precision matching)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Dalil kuchini baholash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15/104  •  Command of Evidence (Textual) — tushuncha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Da'vo va dalil munosabati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64592"/>
            <a:ext cx="201168" cy="201168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502920"/>
            <a:ext cx="91440" cy="91440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Da'vo — matnda yoki savolda aytilgan tasdiq, fikr yoki xulosa.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Dalil — shu da'voni TASDIQLOVCHI aniq fakt, misol yoki gap.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Command of Evidence savollari sizdan da'vo bilan ENG MOS keluvchi dalilni topishni so'raydi.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15/104  •  Command of Evidence (Textual) — tushuncha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'Qaysi gap qo'llab-quvvatlaydi?' turi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64592"/>
            <a:ext cx="201168" cy="201168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502920"/>
            <a:ext cx="91440" cy="91440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savol turida sizga avval bir da'vo beriladi, so'ng matndan 4 ta gap (variant) taklif qilinadi.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Vazifa — shu 4 gapdan ANIQ va TO'G'RIDAN-TO'G'RI da'voni tasdiqlaydiganini tanlash.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Eng samarali usul: avval da'voni qayta o'qing, so'ng har bir variantni alohida 'bu da'voni isbotlaydimi?' deb tekshiring.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15/104  •  Command of Evidence (Textual) — tushuncha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Aniq moslik (precision matching)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64592"/>
            <a:ext cx="201168" cy="201168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502920"/>
            <a:ext cx="91440" cy="91440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To'g'ri dalil da'vodagi BARCHA asosiy elementlarga (kim, nima, qancha) mos kelishi kerak.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Qisman mos keladigan, lekin bir elementni o'tkazib yuborgan variant — noto'g'ri.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da'voda 'sezilarli oshish' deyilsa, dalil ham aynan oshish haqida bo'lishi, kamayish haqida emas.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393185"/>
                </a:solidFill>
                <a:latin typeface="Calibri"/>
              </a:rPr>
              <a:t>Maslahat: da'vodagi har bir kalit so'zni (raqam, sifat, yo'nalish) belgilab oling — dalilni shu belgilar bilan solishtiring.</a:t>
            </a:r>
          </a:p>
        </p:txBody>
      </p:sp>
      <p:pic>
        <p:nvPicPr>
          <p:cNvPr id="12" name="Picture 11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15/104  •  Command of Evidence (Textual) — tushuncha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Dalil kuchini baholash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64592"/>
            <a:ext cx="201168" cy="201168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502920"/>
            <a:ext cx="91440" cy="91440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To'g'ridan-to'g'ri dalil — da'voni so'zma-so'z yoki deyarli so'zma-so'z tasdiqlaydi (eng kuchli).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Bilvosita dalil — da'voni faqat mantiqiy yo'l bilan tasdiqlaydi (zaifroq, SAT odatda buni tanlamaydi).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93185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Variantlar orasida eng KUCHLI va ANIQ dalilni tanlash kerak, 'yetarlicha yaxshi' emas.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15/104  •  Command of Evidence (Textual) — tushuncha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64592"/>
            <a:ext cx="201168" cy="201168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502920"/>
            <a:ext cx="91440" cy="91440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93185"/>
                </a:solidFill>
                <a:latin typeface="Calibri"/>
              </a:rPr>
              <a:t>SAVOL: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Da'vo: 'Tadqiqotchilar yangi usul ko'proq samarali bo'lganini aniqladilar.' Variantlardan biri: 'Yangi usul bilan ishlangan guruh 15% ko'proq natija ko'rsatdi.'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93185"/>
                </a:solidFill>
                <a:latin typeface="Calibri"/>
              </a:rPr>
              <a:t>YECHIM QADAMLARI: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Da'vodagi kalit so'z: 'ko'proq samarali'.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Variant gap aynan shu fikrni aniq raqam (15% ko'proq) bilan tasdiqlaydi.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Bu to'g'ridan-to'g'ri va aniq dalil — to'g'ri javob.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93185"/>
                </a:solidFill>
                <a:latin typeface="Calibri"/>
              </a:rPr>
              <a:t>DARSDA AMALIYOT: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10 ta Command of Evidence (Textual) savolini birga yechish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Har bir da'voning kalit so'zlarini belgilash mashqi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Dalil variantlarini 'kuchli/zaif' deb tasniflash</a:t>
            </a:r>
          </a:p>
        </p:txBody>
      </p:sp>
      <p:pic>
        <p:nvPicPr>
          <p:cNvPr id="15" name="Picture 1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15/104  •  Command of Evidence (Textual) — tushuncha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164592"/>
            <a:ext cx="201168" cy="201168"/>
          </a:xfrm>
          <a:prstGeom prst="ellipse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41480" y="457200"/>
            <a:ext cx="128016" cy="128016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47120" y="502920"/>
            <a:ext cx="91440" cy="91440"/>
          </a:xfrm>
          <a:prstGeom prst="ellipse">
            <a:avLst/>
          </a:prstGeom>
          <a:solidFill>
            <a:srgbClr val="9EB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93185"/>
                </a:solidFill>
                <a:latin typeface="Calibri"/>
              </a:rPr>
              <a:t>ASOSIY XULOSALAR: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Da'vo — tasdiq, dalil — uni isbotlovchi aniq gap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To'g'ri dalil da'vodagi barcha kalit elementlarga mos kelishi kerak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To'g'ridan-to'g'ri va aniq dalil doim bilvosita dalildan ustun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93185"/>
                </a:solidFill>
                <a:latin typeface="Calibri"/>
              </a:rPr>
              <a:t>UY VAZIFASI: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15 ta Command of Evidence savolini mustaqil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Har bir savolda da'vo va tanlangan dalilni qisqacha yozib qo'yish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Noto'g'ri javob bergan savollarda qaysi elementni o'tkazib yuborganini aniqlash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5" name="Picture 1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