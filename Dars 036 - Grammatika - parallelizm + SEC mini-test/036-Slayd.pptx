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36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Grammatika: parallelizm + SEC mini-test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9-hafta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parallel tuzilma qoidasini o'rganasiz va Standard English Conventions (SEC) domenini mini-test orqali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Grammatika: parallelizm + SEC mini-test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Parallel tuzilma qoidasini ro'yxat va taqqoslashda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Gap mantig'i va izchilligini tekshiradi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SEC domenidagi barcha qoidalarni birlashtirib qo'llaydi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Parallel tuzilma (parallel structure)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Ro'yxat va taqqoslashda parallelizm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Gap mantig'i va izchilligi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SEC domeni mini-test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36/104  •  Grammatika: parallelizm + SEC mini-test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Parallel tuzilma (parallel structure)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Parallel tuzilma — bir gapdagi o'xshash vazifani bajaruvchi elementlar BIR XIL grammatik shaklda bo'lishi qoidasi.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ro'yxatdagi barcha fe'llar bir xil shaklda (barchasi -ing, yoki barchasi infinitiv)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Parallelizm buzilganda gap notekis va grammatik jihatdan noto'g'ri eshitiladi.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36/104  •  Grammatika: parallelizm + SEC mini-test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Ro'yxat va taqqoslashda parallelizm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Uch va undan ortiq elementli ro'yxatlarda barcha elementlar bir xil grammatik turda bo'lishi shart.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Taqqoslash gaplarida ('...dan ko'ra ko'proq', '...kabi') taqqoslanayotgan ikki element ham bir xil grammatik shaklda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Bog'lovchi juftliklar ('nafaqat... balki ham', 'yoki... yoki') ikki tomonida bir xil grammatik shakl talab qiladi.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36/104  •  Grammatika: parallelizm + SEC mini-test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Gap mantig'i va izchilligi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Parallelizm faqat shakl emas, MA'NO jihatidan ham bir xil turdagi elementlarni talab qiladi (masalan, ikki fe'lni bir ot bilan solishtirib bo'lmaydi).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Variantlarni tekshirishda ro'yxatdagi BARCHA elementlarning shaklini birma-bir solishtiring, faqat bittasiga qarab xulosa chiqarmang.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gaplarda parallelizm xatosi ko'pincha gap o'rtasida, ko'zga ko'rinmas joyda yashirinadi.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23560"/>
            <a:ext cx="10881360" cy="566928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F7A68"/>
                </a:solidFill>
                <a:latin typeface="Calibri"/>
              </a:rPr>
              <a:t>Eslatma: parallelizmni tekshirish uchun ro'yxat elementlarini vertikal ustun shaklida tasavvur qilib, ularning shaklini solishtirish foydali.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36/104  •  Grammatika: parallelizm + SEC mini-test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SEC domeni mini-test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Standard English Conventions (SEC) — punktuatsiya (29–32-darslar) va grammatika (33–36-darslar) ko'nikmalarini birlashtiradi.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Mini-test 25 savoldan iborat, vaqt bilan (timed) — barcha SEC qoidalarini aralash tekshiradi.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natijasi — RW bo'limining ikkinchi yarmi (SEC) bo'yicha umumiy tayyorgarlik darajasini ko'rsatadi.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36/104  •  Grammatika: parallelizm + SEC mini-test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'U sport bilan shug'ullanishni, kitob o'qishni va musiqa tinglashni yaxshi ko'radi.' Bu to'g'rimi?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Ro'yxat elementlari: 'shug'ullanishni', 'o'qishni', 'tinglashni' — barchasi bir xil grammatik shaklda (-ishni).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Demak parallelizm saqlangan, gap to'g'ri.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Agar bittasi boshqa shaklda bo'lganda (masalan, 'sport' so'zining o'zi), bu parallelizm xatosi bo'lardi.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Mini-test: 25 savol, vaqt bilan (timed) — SEC domeni aralash (punktuatsiya + grammatika)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Parallelizm xatolarini ro'yxat shaklida vizual tekshirish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natijasini darhol yozib qo'yish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36/104  •  Grammatika: parallelizm + SEC mini-test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Parallel tuzilmada o'xshash vazifali elementlar bir xil grammatik shaklda bo'lishi shart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Ro'yxat va taqqoslashlarda har bir elementni alohida solishtirib tekshiring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SEC mini-test — punktuatsiya va grammatikaning birlashgan nazorat nuqtasi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Mini-test xatolarini batafsil tahlil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parallelizm xatoli gapni topib tuzatish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SEC bo'yicha eng zaif sub-mavzudan 15 qo'shimcha savol yechish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