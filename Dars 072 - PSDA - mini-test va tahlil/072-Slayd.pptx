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PSDA — mini-test va tahlil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24-hafta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69-71-darslarda o'rganilgan Problem-Solving &amp; Data Analysis domenini mini-test orqali mustahkamlaysiz va namuna nazariyasini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PSDA — mini-test va tahlil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PSDA domenidagi barcha ko'nikmalarni aralash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Namuna va vakillik tushunchasini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Margin of error ma'nosini izohlaydi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Namuna va vakillik (sampling)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Margin of error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PSDA domeni aralash takror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Xatolar tahlili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72/104  •  PSDA — mini-test va tahlil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Namuna va vakillik (sampling)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Namuna (sample) — katta populyatsiyadan tanlangan kichik qism, populyatsiya haqida xulosa chiqarish uchun ishlatiladi.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Vakillik namuna (representative sample) — populyatsiyaning xususiyatlarini to'g'ri aks ettiradigan, TASODIFIY tanlangan namuna.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namuna tasodifiy bo'lmasa (masalan, faqat bir guruhdan tanlangan) — natijalar BUTUN populyatsiyaga umumlashtirilmaydi.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72/104  •  PSDA — mini-test va tahlil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Margin of error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Margin of error — namuna natijasining HAQIQIY populyatsiya qiymatidan qanchalik farq qilishi mumkinligini ko'rsatadigan oraliq.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Namuna kattaroq bo'lsa — margin of error odatda KICHIKROQ bo'ladi (natija ishonchliroq).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margin of error tushunchasi — sifatli (qachon kichik/katta) baholash darajasida so'raladi, murakkab hisoblash kamdan-kam talab qilinadi.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72/104  •  PSDA — mini-test va tahlil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PSDA domeni aralash takror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PSDA domeni — nisbat/tezlik/foiz, statistika (bir/ikki o'zgaruvchili), ehtimollik va namuna nazariyasini qamrab oladi.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Mini-test savollari TASODIFIY tartibda keladi, har birini tezda tasniflash zarur.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domen — Digital SAT Math bo'limidagi ikkinchi katta og'irlikka ega domen.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Eslatma: PSDA savollarida ko'pincha JADVAL yoki GRAFIKDAN to'g'ridan-to'g'ri ma'lumot o'qish kifoya — formulalarga shoshilmang.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72/104  •  PSDA — mini-test va tahlil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Xatolar tahlili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xatoni uch toifaga ajratish: concept, careless, vaqt.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Shartli ehtimollik va ketma-ket foizdagi xatolar ko'pincha 'noto'g'ri maxraj/baza tanlash'dan kelib chiqadi.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Zaif sub-mavzuni aniqlash — 80-darsdagi to'liq Math modul oldidan qayta ko'rib chiqiladi.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72/104  •  PSDA — mini-test va tahlil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Mini-testda bir savol 'qaysi namuna vakillik hisoblanadi' deb so'raydi, ikkinchisi shartli ehtimollikni so'raydi.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Birinchi savolda, qaysi namuna TASODIFIY va BUTUN populyatsiyani aks ettirishini tekshiramiz.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Ikkinchi savolda, shart bajarilgan guruhni aniqlab, maxrajni shu guruhga cheklaymiz.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ikki javobni belgilab, vaqtni nazorat qilib keyingisiga o'tamiz.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Mini-test: 18 savol, vaqt bilan (timed) — PSDA domeni aralash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namuna/vakillik va margin of error sifat savolini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natijasini progress jadvaliga yozish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72/104  •  PSDA — mini-test va tahlil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Vakillik namuna — populyatsiyani to'g'ri aks ettiradigan tasodifiy tanlov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Katta namuna — odatda kichikroq margin of error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PSDA domeni — Math bo'limidagi ikkinchi katta og'irlikdagi domen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Mini-test xatolarini batafsil tahlil qilib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xato qilingan sub-mavzudan 12 qo'shimcha savol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Progress jadvalini yangilash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