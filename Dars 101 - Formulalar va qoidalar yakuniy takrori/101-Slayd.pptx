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>
            <a:off x="-365760" y="5577840"/>
            <a:ext cx="12893040" cy="146304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101 / 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Formulalar va qoidalar yakuniy takrori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34-hafta   •   4-bosqich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Math formulalar varag'ini, grammatika qoidalarini va RW strategiyalar ro'yxatini yakuniy marta to'liq ko'rib chiqasiz.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Formulalar va qoidalar yakuniy takrori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Barcha kerakli Math formulalarni ishonchli eslaydi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Asosiy grammatika va punktuatsiya qoidalarini ro'yxat shaklida biladi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RW strategiyalar ro'yxatini to'liq, tartibli holda saqlaydi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Math formulalar varag'i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Grammatika va punktuatsiya qoidalari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RW strategiyalar ro'yxati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Tez eslab qolish kartochkalari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101/104  •  Formulalar va qoidalar yakuniy takrori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Math formulalar varag'i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Geometriya (yuza, hajm, Pifagor), algebra (kvadrat tenglama formulasi, daraja qonunlari) va statistika formulalarini bitta YAGONA varaqqa jamlash.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formulani YODDAN yozib, so'ng tekshirib, xato qilingan joyni belgilash.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varaq — Desmos kalkulyatorida ASOSIY funksiyalarni QANDAY chaqirish bo'yicha qisqa eslatmalarni ham o'z ichiga olishi mumkin.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101/104  •  Formulalar va qoidalar yakuniy takrori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Grammatika va punktuatsiya qoidalari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Vergul, nuqta-vergul, ikki nuqta, tire qoidalarini bitta jadvalga, QISQA va ANIQ shaklda joylashtirish.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Ega-kesim mosligi, fe'l zamoni, olmosh-antesedent, parallelizm qoidalarini ham shu jadvalga qo'shish.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qoida yonida, 29-36-darslardan BITTA qisqa misol yozib qo'yish — tezda eslab qolish uchun.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2EA8C9"/>
                </a:solidFill>
                <a:latin typeface="Calibri"/>
              </a:rPr>
              <a:t>Eslatma: formulalarni 'tushunish' va 'yodlash' ikkisi ham zarur — test kunida vaqt tanqis, shuning uchun tezkor eslash muhim.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101/104  •  Formulalar va qoidalar yakuniy takrori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RW strategiyalar ro'yxati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RW domeni (Information &amp; Ideas, Craft &amp; Structure, Expression of Ideas) uchun ASOSIY strategiyani bir gapda yozish.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ro'yxat — test kuni ertalab, oxirgi marta ko'zdan kechirish uchun MO'LJALLANGAN qisqa, tez o'qiladigan format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Ortiqcha tafsilotlardan saqlanish — faqat ENG MUHIM, amaliy eslatmalar.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101/104  •  Formulalar va qoidalar yakuniy takrori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Tez eslab qolish kartochkalari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qiyin formulalar/qoidalar uchun, alohida kichik kartochkalar (yoki telefon eslatmasi) tayyorlash.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kartochkalar — 103-104-darslarda, test kunidan oldin TEZKOR ko'zdan kechirish uchun ishlatiladi.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Kartochkalar soni CHEKLANGAN (10-15 ta) bo'lishi kerak — faqat ENG muhim narsalar.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101/104  •  Formulalar va qoidalar yakuniy takrori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Doira yuzasi formulasini yodlashda xato qilindi (radius o'rniga diametr ishlatildi).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formulani (yuza = pi * r^2) aniq, katta harflarda qayta yozamiz.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Radius va diametr farqini eslatib, 2-3 misol bilan mustahkamlaymiz.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formulani tez eslash kartochkasiga alohida belgi bilan qo'shamiz.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Math formulalar varag'ini to'liq, yoddan yozib chiqish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Grammatika/punktuatsiya qoidalari jadvalini tuzish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RW strategiyalar ro'yxatini va tez eslash kartochkalarini tayyorlash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101/104  •  Formulalar va qoidalar yakuniy takrori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Yakuniy formulalar va qoidalar varag'i — test kuni uchun eng qimmatli qisqa qo'llanma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Tez eslash kartochkalari — oxirgi daqiqalarda ishonchni mustahkamlaydi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Endi diqqat strategiya yakuniy takroriga (102-dars) qaratiladi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Tayyorlangan formulalar varag'ini yodlash — kuniga 2-3 marta qarab chiqish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Grammatika jadvalini ertalab va kechqurun ko'zdan kechirish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Tez eslash kartochkalarini telefon yoki qog'ozda doim yonida saqlash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