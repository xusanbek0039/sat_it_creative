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 rot="720000">
            <a:off x="9144000" y="365760"/>
            <a:ext cx="2011680" cy="182880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 rot="21120000">
            <a:off x="10698480" y="1554480"/>
            <a:ext cx="1463040" cy="132588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 rot="1200000">
            <a:off x="8503920" y="1737360"/>
            <a:ext cx="1188720" cy="1051560"/>
          </a:xfrm>
          <a:prstGeom prst="hexagon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90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Aralash drill (RW + Math)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30-hafta   •   3-bosqich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RW va Math'ni aralash, ikki bo'lim orasida tez o'tish ko'nikmasini va saqlanib qolgan zaif nuqtalarni mashq qilasiz.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Aralash drill (RW + Math)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va Math savollarini aralash, tez tasniflab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Bo'limlar orasida diqqatni tez almashtirish ko'nikmasini rivojlantiradi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89-darsda aniqlangan saqlanib qolgan zaif nuqtalarga alohida urg'u beradi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Nima uchun aralash mashq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Bo'limlar orasida o'tish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Zaif nuqtalarga urg'u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Aniqlik fokusi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90/104  •  Aralash drill (RW + Math)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Nima uchun aralash mashq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Real test kunida RW va Math KETMA-KET keladi — miya bir 'rejimdan' ikkinchisiga tez o'tishga o'rganishi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Aralash mashq — bu o'tishni oldindan simulyatsiya qilib, test kunidagi 'rejim almashtirish' charchoqini kamaytiradi.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mashq, ayniqsa, ikki bo'lim orasida vaqt yo'qotishni oldini olishga yordam beradi.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90/104  •  Aralash drill (RW + Math)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Bo'limlar orasida o'tish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savol turini (RW yoki Math, va qaysi domen) DARHOL tasniflab, mos 'aqliy rejimga' kirish mashq qilinadi.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RW'dan Math'ga o'tishda, diqqatni so'z/matn tahlilidan SONLI/formulaga aylantirish tezligi muhim.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ko'nikma — ayniqsa charchagan paytlarda (test kunining oxiri) qiymatli bo'ladi.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9EB42C"/>
                </a:solidFill>
                <a:latin typeface="Calibri"/>
              </a:rPr>
              <a:t>Eslatma: aralash mashqning maqsadi — har ikki bo'limni ALOHIDA emas, balki BIR-BIRIGA ULANGAN test kuni tajribasi sifatida tayyorlanish.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90/104  •  Aralash drill (RW + Math)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Zaif nuqtalarga urg'u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89-darsda aniqlangan SAQLANIB QOLGAN zaif domen(lar)dan savollar mashqda KO'PROQ ulush egallaydi.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domendagi savollarni aralash kontekstda (boshqa savollar orasida) yechish — real test sharoitiga yaqinroq.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zaif domen Math'da bo'lsa, RW savollari orasiga aralashtirib joylashtirish — diqqatni sinash uchun foydali.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90/104  •  Aralash drill (RW + Math)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Aniqlik fokusi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mashqda tezlikdan ko'ra ANIQLIK ustuvor — maqsad har bir savolni to'g'ri tasniflab, to'g'ri strategiya bilan yechish.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aralash kontekstda xato ko'p bo'lsa, bu — bo'lim almashtirish charchog'ining ta'sirini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9EB42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natija — 91-92-darslardagi vaqt va chidamlilik mashqlarining muhimligini yana tasdiqlaydi.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90/104  •  Aralash drill (RW + Math)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Aralash mashqda, transition savolidan keyin to'g'ridan-to'g'ri kvadrat funksiya savoli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Transition savolini RW mantig'i (gaplar orasidagi munosabat) bilan yechamiz.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Darhol 'rejimni almashtirib', kvadrat funksiya savolini Math mantig'i (vertex/formula) bilan yechamiz.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savol orasidagi o'tish tezligini va aniqligini nazorat qilamiz.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EB42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30 ta aralash savol (RW va Math), tez tasniflab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Saqlanib qolgan zaif domendan savollarni aralash kontekstda mashq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bo'lim almashganda diqqatni tezda qayta jamlash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90/104  •  Aralash drill (RW + Math)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Hexagon 5"/>
          <p:cNvSpPr/>
          <p:nvPr/>
        </p:nvSpPr>
        <p:spPr>
          <a:xfrm rot="600000">
            <a:off x="11338560" y="5989320"/>
            <a:ext cx="960120" cy="868680"/>
          </a:xfrm>
          <a:prstGeom prst="hexagon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Aralash mashq — test kunidagi bo'lim almashtirish charchog'ini oldindan simulyatsiya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Saqlanib qolgan zaif domenga aralash kontekstda urg'u berish — real sharoitga yaqinroq tayyorgarlik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Aniqlik — bu mashqda tezlikdan ustun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EB42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30 ta qo'shimcha aralash savol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Bo'lim almashtirishda qaysi turdagi xatolar ko'proq sodir bo'lishini kuzatish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Natijani Xatolar Daftariga 'aralash kontekst xatosi' sifatida alohida belgilash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