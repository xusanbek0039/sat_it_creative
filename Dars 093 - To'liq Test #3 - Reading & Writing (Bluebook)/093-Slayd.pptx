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005840" cy="914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91440" cy="10058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65815" y="6446520"/>
            <a:ext cx="1005840" cy="914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80215" y="5532120"/>
            <a:ext cx="91440" cy="10058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865815" y="320040"/>
            <a:ext cx="1005840" cy="914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80215" y="320040"/>
            <a:ext cx="91440" cy="10058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46520"/>
            <a:ext cx="1005840" cy="914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5532120"/>
            <a:ext cx="91440" cy="10058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7B5DC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DARS 93 / 104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To'liq Test #3 — Reading &amp; Writing (Bluebook)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7B5DC"/>
                </a:solidFill>
                <a:latin typeface="Calibri"/>
              </a:rPr>
              <a:t>31-hafta   •   3-bosqich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Bu darsda siz uchinchi to'liq RW bo'limini topshirib, strategiyalarni avtomatlashtirilgan darajada qo'llaysiz.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Dars maqsadi va reja — To'liq Test #3 — Reading &amp; Writing (Bluebook)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20040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3015" y="6473952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07647" y="598932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O'QUV NATIJASI: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RW bo'limini uchinchi marta, avtomatlashtirilgan strategiya bilan topshiradi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Vaqt boshqaruvini deyarli intuitiv darajada amalga oshiradi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Maqsad balga yaqinlikni real sharoitda baholaydi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DARS REJASI: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Strategiyalarni avtomatlashtirish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Vaqt boshqaruvi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Maqsadga yaqinlikni baholash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Test yakunida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93/104  •  To'liq Test #3 — Reading &amp; Writing (Bluebook)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Strategiyalarni avtomatlashtirish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20040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3015" y="6473952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07647" y="598932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uchinchi to'liq test bo'lgani uchun, savol turini tasniflash va mos strategiyani tanlash ENDI deyarli AVTOMATIK bo'lishi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91-darsda mashq qilingan pacing va charchoq boshqaruvi texnikalari endi tabiiy ravishda qo'llaniladi.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Diqqatni endi texnikalarni 'eslab qolishga' emas, balki har bir savol MAZMUNIGA to'liq jamlash mumkin.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93/104  •  To'liq Test #3 — Reading &amp; Writing (Bluebook)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Vaqt boshqaruvi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20040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3015" y="6473952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07647" y="598932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Ikki oldingi testdan farqli, bu safar vaqt taqsimoti haqida ONGLI o'ylash kamroq, instinktiv qaror qabul qilish ko'proq bo'lishi kutiladi.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hali ham vaqt yetishmovchiligi sezilsa, bu — 96-darsdagi yakuniy takrorlashda alohida e'tibor talab qiladi.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'Mark for Review' texnikasi — endi faqat HAQIQATAN noaniq, murakkab savollar uchun ishlatiladi.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5623560"/>
            <a:ext cx="10881360" cy="566928"/>
          </a:xfrm>
          <a:prstGeom prst="rect">
            <a:avLst/>
          </a:prstGeom>
          <a:solidFill>
            <a:srgbClr val="2B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F9BB01"/>
                </a:solidFill>
                <a:latin typeface="Calibri"/>
              </a:rPr>
              <a:t>Eslatma: uchinchi test — maqsad balga qanchalik yaqinligingizni eng ANIQ ko'rsatadigan test, chunki strategiyalar endi barqarorlashgan.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93/104  •  To'liq Test #3 — Reading &amp; Writing (Bluebook)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Maqsadga yaqinlikni baholash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20040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3015" y="6473952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07647" y="598932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Test #1, #2, #3 natijalarini birga ko'rib, RW bo'limi bo'yicha umumiy TREND (o'sish sur'ati) aniq ko'rinadi.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trend barqaror o'sayotgan bo'lsa, qolgan darslar (95-104) asosan MUSTAHKAMLASH uchun bo'ladi.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trend sekinlashgan bo'lsa, 95-96-darslarda chuqurroq, maqsadli tuzatish kerak bo'ladi.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93/104  •  To'liq Test #3 — Reading &amp; Writing (Bluebook)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Test yakunida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20040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3015" y="6473952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07647" y="598932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Test tugagach, o'zining UMUMIY tayyorgarlik darajasi haqida xolisona fikr shakllantirish foydali.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To'liq tahlil 95-darsda, ikkita oldingi test bilan birga amalga oshiriladi.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Bugun ham Math bo'limi (94-dars) davom etadi.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93/104  •  To'liq Test #3 — Reading &amp; Writing (Bluebook)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20040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3015" y="6473952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07647" y="598932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SAVOL: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Test davomida, bir savol turini ko'rib, strategiya darhol, ongli o'ylamasdan eslangan.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9BB01"/>
                </a:solidFill>
                <a:latin typeface="Calibri"/>
              </a:rPr>
              <a:t>YECHIM QADAMLARI: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Bu — strategiyaning AVTOMATLASHGANINI ko'rsatadi, ijobiy belgi.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Savolni tezda, ishonch bilan yechamiz.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Bu tezlikdan qolgan vaqtni qiyinroq savollarga yo'naltiramiz.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9BB01"/>
                </a:solidFill>
                <a:latin typeface="Calibri"/>
              </a:rPr>
              <a:t>DARSDA AMALIYOT: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To'liq RW bo'limini Bluebook'da uchinchi marta topshirish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Strategiyalarni avtomatik, ongli sa'y-harakatsiz qo'llashga harakat qilish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Test taassurotini oldingi ikki test bilan solishtirib yozish</a:t>
            </a:r>
          </a:p>
        </p:txBody>
      </p:sp>
      <p:pic>
        <p:nvPicPr>
          <p:cNvPr id="16" name="Picture 1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93/104  •  To'liq Test #3 — Reading &amp; Writing (Bluebook)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20040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3015" y="6473952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07647" y="598932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ASOSIY XULOSALAR: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Uchinchi test — strategiyalarning avtomatlashganini ko'rsatuvchi muhim bosqich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Uch test trendi — qolgan tayyorgarlik yo'nalishini belgilaydi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Maqsad balga yaqinlik endi aniqroq baholanadi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UY VAZIFASI: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Dam olish — Math bo'limi (94-dars) oldidan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Test #3 RW taassurotini qisqacha yozish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Ertangi Math test uchun yengil tayyorgarlik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B2B2E"/>
                </a:solidFill>
                <a:latin typeface="Calibri"/>
              </a:rPr>
              <a:t>«IT Shaharcha» — Yoshlar Axborot Texnologiyalari Markazi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08615" y="5989320"/>
            <a:ext cx="1463039" cy="76544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