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75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Yuza va hajm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25-hafta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asosiy geometrik shakllarning yuza va hajm formulalarini, reference varaqdan foydalanishni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Yuza va hajm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Tekis shakllarning yuzasini to'g'ri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Fazoviy shakllarning hajmini to'g'ri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Reference varaqdagi formulalardan samarali foydalanadi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Yuza formulalari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Hajm formulalari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Reference varaqdan foydalanish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Murakkab (kompozit) masalalar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Yuza formulalari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To'rtburchak yuzasi: uzunlik × kenglik; uchburchak yuzasi: (1/2) × asos × balandlik.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Aylana yuzasi: π × radius²; parallelogramm yuzasi: asos × balandlik.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(kompozit) shakllarning yuzasi — oddiy shakllarga bo'lib, ularning yuzalarini qo'shish/ayirish orqali topiladi.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Hajm formulalari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Prizma (to'g'ri burchakli) hajmi: uzunlik × kenglik × balandlik; silindr hajmi: π × radius² × balandlik.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Shar hajmi: (4/3) × π × radius³; konus hajmi: (1/3) × π × radius² × balandlik.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Piramida hajmi: (1/3) × asos yuzasi × balandlik — konusga o'xshash mantiq, lekin asos har xil shaklda bo'lishi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Reference varaqdan foydalanish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Digital SAT Math bo'limida, test boshida REFERENCE varaq (asosiy formulalar) taqdim etiladi.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Formulalarni yodlash shart emas, lekin TEZ topish va to'g'ri qo'llash uchun ularning joylashishini bilish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Reference varaqdagi formulalarni mashq paytida muntazam ishlatish — test kunida vaqtni tejaydi.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reference varaq mavjud bo'lsa-da, eng ko'p ishlatiladigan formulalarni (to'rtburchak, uchburchak, aylana, kub) yod bilish tezlikni oshiradi.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(kompozit) masalalar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masalalarda bir shakl ichida boshqa shakl 'kesib olinadi' (masalan, kvadrat ichidan doira kesilgan) — ayirish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3D shakllar masalasida, avval qaysi formulalar kerak ekanini (asos yuzasi, balandlik) aniqlash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Birliklarni (sm, sm², sm³) to'g'ri qo'llash — ayniqsa yuza va hajm orasida farqlashda muhim.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Radiusi 3 sm bo'lgan silindrning balandligi 7 sm. Silindr hajmini toping.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Formula: hajm = π × radius² × balandlik.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Qiymatlarni qo'yamiz: π × 3² × 7 = π × 9 × 7 = 63π.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Hajm = 63π sm³ (taxminan 197.9 sm³).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tekis shakl yuzasini hisoblash savoli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fazoviy shakl hajmini hisoblash savoli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kompozit (murakkab) shakl masalasini yechish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75/104  •  Yuza va hajm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Tekis shakllar — yuza (2D); fazoviy shakllar — hajm (3D) formulalari bilan hisoblanadi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Reference varaq mavjud, lekin asosiy formulalarni bilish tezlikni oshiradi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Kompozit masalalarda shakllarni qism-qism ajratib hisoblash kerak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yuza va hajm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kompozit shakl masalasini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masalada birliklarni (sm², sm³) to'g'ri qo'llashni tekshirish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