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5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Ingliz tili: so'z turkumlari va gap tuzilishi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2-hafta   •   0-bosqich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SAT Writing savollarini yechish uchun zarur bo'lgan asosiy so'z turkumlari va ingliz gapining tuzilishi (subject-verb-object) o'rgatiladi.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Ingliz tili: so'z turkumlari va gap tuzilishi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8 asosiy so'z turkumini gapda aniqlay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Gapning asosiy qismlarini (ega, kesim, to'ldiruvchi) topa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Mustaqil va bog'liq gap qismlarini (independent/dependent clause) ajrata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Asosiy so'z turkumlari (parts of speech)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Gapning asosiy qurilishi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Independent va dependent clause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5/104  •  Ingliz tili: so'z turkumlari va gap tuzilishi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so'z turkumlari (parts of speech)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Noun (ot), pronoun (olmosh), verb (fe'l), adjective (sifat), adverb (ravish).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Preposition (ko'makchi), conjunction (bog'lovchi), interjection (undov so'z).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grammatika savollarining aksariyati shu turkumlarning to'g'ri qo'llanishiga asoslangan.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5/104  •  Ingliz tili: so'z turkumlari va gap tuzilishi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Gapning asosiy qurilishi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to'liq gapda kamida subject (ega) va verb (kesim) bo'lishi shart.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Subject — harakatni bajaruvchi; Verb — bajariladigan harakat yoki holat.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Misol: 'The student studies grammar.' — 'The student' (subject), 'studies' (verb), 'grammar' (object).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5/104  •  Ingliz tili: so'z turkumlari va gap tuzilishi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Independent va dependent clause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Independent clause — mustaqil fikr bildiradigan, o'zi alohida gap bo'la oladigan qism.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Dependent clause — o'zi alohida gap bo'la olmaydigan, qo'shimcha ma'lumot beruvchi qism (ko'pincha 'because', 'although', 'when' bilan boshlanadi).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bu farqni bilish punktuatsiya (vergul, nuqta-vergul) savollarini yechishning kaliti.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Test usuli: gapni alohida o'qib ko'ring — agar mantiqan to'liq fikr bo'lsa, u independent clause.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5/104  •  Ingliz tili: so'z turkumlari va gap tuzilishi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Quyidagi gapda independent clause qaysi qism? 'Although the test was difficult, she finished early.'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'Although the test was difficult' — o'zi alohida to'liq fikr emas, demak dependent clause.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'she finished early' — o'zi alohida to'liq fikr, demak independent clause.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'she finished early' — independent clause.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gapda so'z turkumlarini belgilash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gapda subject va verb'ni topish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Independent/dependent clause'larni ajratish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5/104  •  Ingliz tili: so'z turkumlari va gap tuzilishi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gapda subject + verb bo'lishi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Independent clause — mustaqil, dependent clause — qo'shimcha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So'z turkumlarini bilish — barcha grammatika savollarining asosi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8 so'z turkumini misollar bilan daftarga yozib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O'zi tanlagan matndan 5 ta independent va 5 ta dependent clause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daftariga grammatika bo'limini ochish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