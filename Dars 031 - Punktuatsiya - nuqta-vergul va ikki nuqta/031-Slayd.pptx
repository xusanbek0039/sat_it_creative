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31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Punktuatsiya: nuqta-vergul va ikki nuqta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8-hafta   •   1-bosqich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nuqta-vergul (;) va ikki nuqta (:) qoidalarini, ularning farqini va to'g'ri qo'llanilishini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Punktuatsiya: nuqta-vergul va ikki nuqta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Nuqta-vergul qoidasini (ikki mustaqil gap)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Ikki nuqta qoidasini (ro'yxat/izoh)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Qaysi vaziyatda qaysi belgini ishlatishni aniq biladi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Nuqta-vergul (;) qoidasi (ikki mustaqil gap)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Ikki nuqta (:) qoidasi (ro'yxat/izoh)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Qachon qaysi belgi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Nuqta bilan farqi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31/104  •  Punktuatsiya: nuqta-vergul va ikki nuqta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Nuqta-vergul (;) qoidasi (ikki mustaqil gap)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Nuqta-vergul ikki MUSTAQIL gapni bog'laydi, ular mantiqan bir-biriga yaqin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Nuqta-vergul ishlatilganda bog'lovchi so'z (and, but) QO'SHILMAYDI — bu eng ko'p uchraydigan xato.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Nuqta-vergulni nuqtaga almashtirib ko'rish — to'g'ri ishlatilganini tekshirish usuli (ikki tomon ham mustaqil gap bo'lishi kerak).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31/104  •  Punktuatsiya: nuqta-vergul va ikki nuqta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Ikki nuqta (:) qoidasi (ro'yxat/izoh)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nuqtadan OLDIN albatta to'liq mustaqil gap bo'lishi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nuqtadan KEYIN ro'yxat, izoh yoki misol keladi — bu qism mustaqil gap bo'lishi shart emas.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nuqta 'mana nima' deganga o'xshash signal beradi — oldingi fikrni aniqlashtiradi yoki kengaytiradi.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31/104  •  Punktuatsiya: nuqta-vergul va ikki nuqta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Qachon qaysi belgi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ikkinchi qism ham mustaqil gap bo'lsa va birinchisiga mantiqan yaqin bo'lsa — nuqta-vergul.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ikkinchi qism ro'yxat, misol yoki tushuntirish bo'lsa (mustaqil gap bo'lmasa ham mumkin) — ikki nuqta.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Ikkalasi ham noto'g'ri ishlatilsa, gap grammatik jihatdan buziladi — variantlarni shu tarzda tekshiring.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ikki nuqtadan oldingi qism HAR DOIM to'liq mustaqil gap bo'lishi shart — bu eng ko'p tekshiriladigan qoida.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31/104  •  Punktuatsiya: nuqta-vergul va ikki nuqta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Nuqta bilan farqi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 ikki mustaqil fikrni TO'LIQ ajratadi, ular orasida bog'liqlik talab qilinmaydi.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Nuqta-vergul esa ikki fikr orasida YAQIN mantiqiy bog'liqlik borligini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 savollarida ba'zan 'nuqta' va 'nuqta-vergul' ham grammatik to'g'ri bo'ladi — bunda gap MA'NOSIGA qarab eng mosini tanlang.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31/104  •  Punktuatsiya: nuqta-vergul va ikki nuqta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Gap: 'Loyiha uchun uchta narsa kerak___ vaqt, mablag' va jamoa.' Qaysi belgi to'g'ri?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Birinchi qism: 'Loyiha uchun uchta narsa kerak' — to'liq mustaqil gap.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Ikkinchi qism — ro'yxat (vaqt, mablag', jamoa), mustaqil gap emas.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To'g'ri belgi — ikki nuqta (:): 'Loyiha uchun uchta narsa kerak: vaqt, mablag' va jamoa.'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nuqta-vergul/ikki nuqta savolini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gapda ikki nuqtadan oldingi qismni mustaqillikka tekshirish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gapni nuqta-vergul va ikki nuqta bilan ikki xil yozish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31/104  •  Punktuatsiya: nuqta-vergul va ikki nuqta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Nuqta-vergul — ikki mustaqil, mantiqan yaqin gapni bog'laydi (bog'lovchisiz)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nuqta — to'liq gapdan keyin ro'yxat yoki izoh kiritadi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 nuqtadan oldingi qism har doim mustaqil gap bo'lishi shart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nuqta-vergul/ikki nuqta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savolda ikkinchi qismning turini (mustaqil gap/ro'yxat) belgilash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o'z gapini ikki nuqta bilan, 3 tasini nuqta-vergul bilan yozish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