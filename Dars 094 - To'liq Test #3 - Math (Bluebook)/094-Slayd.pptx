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274320"/>
            <a:ext cx="2377440" cy="237744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1280160"/>
            <a:ext cx="1554480" cy="155448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1737360"/>
            <a:ext cx="1188720" cy="11887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94 / 104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To'liq Test #3 — Math (Bluebook)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7F2D83"/>
                </a:solidFill>
                <a:latin typeface="Calibri"/>
              </a:rPr>
              <a:t>31-hafta   •   3-bosqich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uchinchi to'liq Math bo'limini topshirib, Desmos tezligi va chidamlilikni yakuniy darajada sinaysiz.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To'liq Test #3 — Math (Bluebook)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O'QUV NATIJASI: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Math bo'limini uchinchi marta, yuqori Desmos tezligi bilan topshiradi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Ikki bo'lim davomida chidamlilikni izchil saqlaydi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Maqsad balga yaqinlikni Math bo'yicha real sharoitda baholaydi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DARS REJASI: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7F2D83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Desmos tezligi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7F2D83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Chidamlilik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7F2D83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Maqsadga yaqinlikni baholash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7F2D83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Test yakunida</a:t>
            </a:r>
          </a:p>
        </p:txBody>
      </p:sp>
      <p:pic>
        <p:nvPicPr>
          <p:cNvPr id="12" name="Picture 11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94/104  •  To'liq Test #3 — Math (Bluebook)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Desmos tezligi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92-darsda mashq qilingan Desmos workflow'lari endi TEZ va ISHONCHLI qo'llanishi kutiladi.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Savol turini ko'rib, Desmos kerak/kerak emasligini deyarli ZUDLIK bilan hal qilish mumkin bo'lishi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Vaqtni Desmos amallariga emas, balki savol MAZMUNINI tushunishga ko'proq sarflash imkoniyati ortadi.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94/104  •  To'liq Test #3 — Math (Bluebook)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Chidamlilik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— uch RW va uch Math bo'limini ketma-ket topshirgan UCHINCHI marta, chidamlilik allaqachon sezilarli rivojlangan bo'lishi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hamon charchoq sezilsa, bu — test kuni uchun QO'SHIMCHA dam olish va tayyorgarlik strategiyasi kerakligini bildiradi.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Modul oxirigacha barqaror diqqatni saqlash — yakuniy ball uchun muhim omil.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EB5B89"/>
                </a:solidFill>
                <a:latin typeface="Calibri"/>
              </a:rPr>
              <a:t>Eslatma: uchinchi marta to'liq simulyatsiya qilish — test kuni jismoniy va aqliy chidamlilikni REAL darajada sinovdan o'tkazadi.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94/104  •  To'liq Test #3 — Math (Bluebook)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Maqsadga yaqinlikni baholash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Test #1, #2, #3 Math natijalarini birga ko'rib, umumiy TREND aniq ko'rinadi.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Qaysi Math domenlar barqaror yaxshi, qaysilari hamon beqaror ekanini aniqlash mumkin.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ma'lumot 95-96-darslarda yakuniy tuzatish yo'nalishini belgilaydi.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94/104  •  To'liq Test #3 — Math (Bluebook)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Test yakunida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Ikki bo'lim (RW+Math) tugagandan keyin, BUTUN test kuni tajribasi haqida umumiy fikr shakllantirish foydali.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To'liq tahlil 95-darsda amalga oshiriladi, bu — uchinchi va OXIRGI to'liq Bluebook simulyatsiyasi.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Bugungi kun uchun to'liq dam olish tavsiya etiladi.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94/104  •  To'liq Test #3 — Math (Bluebook)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SAVOL: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Modul oxiriga 3 daqiqa qoldi, 2 savol bor, biri oson, biri murakkab ko'phad masala.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B5B89"/>
                </a:solidFill>
                <a:latin typeface="Calibri"/>
              </a:rPr>
              <a:t>YECHIM QADAMLARI: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Avval oson savolni tezda yechib, ishonchli ballni 'qo'lga olamiz'.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Qolgan vaqtni murakkab savolga yo'naltiramiz.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Agar vaqt tugasa, eng mantiqiy taxminni belgilab, modulni yakunlaymiz.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B5B89"/>
                </a:solidFill>
                <a:latin typeface="Calibri"/>
              </a:rPr>
              <a:t>DARSDA AMALIYOT: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To'liq Math bo'limini Bluebook'da uchinchi marta topshirish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Desmos workflow'larini tezkor, ishonchli qo'llash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Ikki bo'lim davomida chidamlilikni nazorat qilish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94/104  •  To'liq Test #3 — Math (Bluebook)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ASOSIY XULOSALAR: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Uchinchi Math testi — Desmos tezligi va chidamlilikning yakuniy sinovi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Uch test trendi — barqaror va beqaror domenlarni aniq ko'rsatadi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Bu — yakuniy tahlil (95-dars) uchun eng to'liq ma'lumot manbai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UY VAZIFASI: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To'liq dam olish — uchinchi test kuni tugagandan keyin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Uch test bo'yicha umumiy kutishlarni (qaysi domenlar barqaror) yozish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Ertangi yakuniy tahlil darsi uchun barcha Xatolar Daftarini tayyorlash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